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Barlow ExtraLight"/>
      <p:regular r:id="rId19"/>
      <p:bold r:id="rId20"/>
      <p:italic r:id="rId21"/>
      <p:boldItalic r:id="rId22"/>
    </p:embeddedFont>
    <p:embeddedFont>
      <p:font typeface="Hepta Slab Medium"/>
      <p:regular r:id="rId23"/>
      <p:bold r:id="rId24"/>
    </p:embeddedFont>
    <p:embeddedFont>
      <p:font typeface="Hepta Slab Light"/>
      <p:regular r:id="rId25"/>
      <p:bold r:id="rId26"/>
    </p:embeddedFont>
    <p:embeddedFont>
      <p:font typeface="Hepta Slab"/>
      <p:regular r:id="rId27"/>
      <p:bold r:id="rId28"/>
    </p:embeddedFont>
    <p:embeddedFont>
      <p:font typeface="Barlow Medium"/>
      <p:regular r:id="rId29"/>
      <p:bold r:id="rId30"/>
      <p:italic r:id="rId31"/>
      <p:boldItalic r:id="rId32"/>
    </p:embeddedFont>
    <p:embeddedFont>
      <p:font typeface="Barlow Light"/>
      <p:regular r:id="rId33"/>
      <p:bold r:id="rId34"/>
      <p:italic r:id="rId35"/>
      <p:boldItalic r:id="rId36"/>
    </p:embeddedFont>
    <p:embeddedFont>
      <p:font typeface="Barlow"/>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boldItalic.fntdata"/><Relationship Id="rId20" Type="http://schemas.openxmlformats.org/officeDocument/2006/relationships/font" Target="fonts/BarlowExtraLight-bold.fntdata"/><Relationship Id="rId22" Type="http://schemas.openxmlformats.org/officeDocument/2006/relationships/font" Target="fonts/BarlowExtraLight-boldItalic.fntdata"/><Relationship Id="rId21" Type="http://schemas.openxmlformats.org/officeDocument/2006/relationships/font" Target="fonts/BarlowExtraLight-italic.fntdata"/><Relationship Id="rId24" Type="http://schemas.openxmlformats.org/officeDocument/2006/relationships/font" Target="fonts/HeptaSlabMedium-bold.fntdata"/><Relationship Id="rId23" Type="http://schemas.openxmlformats.org/officeDocument/2006/relationships/font" Target="fonts/HeptaSlab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ptaSlabLight-bold.fntdata"/><Relationship Id="rId25" Type="http://schemas.openxmlformats.org/officeDocument/2006/relationships/font" Target="fonts/HeptaSlabLight-regular.fntdata"/><Relationship Id="rId28" Type="http://schemas.openxmlformats.org/officeDocument/2006/relationships/font" Target="fonts/HeptaSlab-bold.fntdata"/><Relationship Id="rId27" Type="http://schemas.openxmlformats.org/officeDocument/2006/relationships/font" Target="fonts/HeptaSlab-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Barlow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BarlowMedium-italic.fntdata"/><Relationship Id="rId30" Type="http://schemas.openxmlformats.org/officeDocument/2006/relationships/font" Target="fonts/BarlowMedium-bold.fntdata"/><Relationship Id="rId11" Type="http://schemas.openxmlformats.org/officeDocument/2006/relationships/slide" Target="slides/slide6.xml"/><Relationship Id="rId33" Type="http://schemas.openxmlformats.org/officeDocument/2006/relationships/font" Target="fonts/BarlowLight-regular.fntdata"/><Relationship Id="rId10" Type="http://schemas.openxmlformats.org/officeDocument/2006/relationships/slide" Target="slides/slide5.xml"/><Relationship Id="rId32" Type="http://schemas.openxmlformats.org/officeDocument/2006/relationships/font" Target="fonts/BarlowMedium-boldItalic.fntdata"/><Relationship Id="rId13" Type="http://schemas.openxmlformats.org/officeDocument/2006/relationships/slide" Target="slides/slide8.xml"/><Relationship Id="rId35" Type="http://schemas.openxmlformats.org/officeDocument/2006/relationships/font" Target="fonts/BarlowLight-italic.fntdata"/><Relationship Id="rId12" Type="http://schemas.openxmlformats.org/officeDocument/2006/relationships/slide" Target="slides/slide7.xml"/><Relationship Id="rId34" Type="http://schemas.openxmlformats.org/officeDocument/2006/relationships/font" Target="fonts/BarlowLight-bold.fntdata"/><Relationship Id="rId15" Type="http://schemas.openxmlformats.org/officeDocument/2006/relationships/slide" Target="slides/slide10.xml"/><Relationship Id="rId37" Type="http://schemas.openxmlformats.org/officeDocument/2006/relationships/font" Target="fonts/Barlow-regular.fntdata"/><Relationship Id="rId14" Type="http://schemas.openxmlformats.org/officeDocument/2006/relationships/slide" Target="slides/slide9.xml"/><Relationship Id="rId36" Type="http://schemas.openxmlformats.org/officeDocument/2006/relationships/font" Target="fonts/BarlowLight-boldItalic.fntdata"/><Relationship Id="rId17" Type="http://schemas.openxmlformats.org/officeDocument/2006/relationships/slide" Target="slides/slide12.xml"/><Relationship Id="rId39" Type="http://schemas.openxmlformats.org/officeDocument/2006/relationships/font" Target="fonts/Barlow-italic.fntdata"/><Relationship Id="rId16" Type="http://schemas.openxmlformats.org/officeDocument/2006/relationships/slide" Target="slides/slide11.xml"/><Relationship Id="rId38" Type="http://schemas.openxmlformats.org/officeDocument/2006/relationships/font" Target="fonts/Barlow-bold.fntdata"/><Relationship Id="rId19" Type="http://schemas.openxmlformats.org/officeDocument/2006/relationships/font" Target="fonts/BarlowExtraLight-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98bc93328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98bc9332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Hello, my name is Zafron Khan. Welcome to my presentation on the relationships between trauma-informed care training and burnout among juvenile justice, professional professionals. This presentation is deeply important because professionals and juvenile systems are exposed to repeated traumatic experiences through the youth they serve, which can significantly increase emotional exhaustion, stress, and overall burnout. My presentation seeks to examine whether trauma-informed care or TIC training can basically act as a preventative buffer by teaching professionals how to recognize in respond to trauma. Both in others and in themselves. In this presentation, I will basically walk through the main components of my proposal, which will be the research question, supporting the literature behind my research, the study design, the hypothetical results, and the practical implications of implementing trauma trauma-informed framework within the high-stress environment. My goal is to show that this type of training can lead to a healthier workplace and reduce turnover, and ultimately lead to better outcomes for youth and staff alike.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98bc93328b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98bc93328b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Going into the presentation, this study is basically built around the central question: Does participation in and trauma-informed care training reduce burnout among juvenile professionals? I hypothesize that individuals who complete this training will have significantly lower levels of burnout, as measured by the Maslach Burnout Inventory. Also known as MBI. The underlying motivation for this research is to understand whether increasing awareness of trauma, both among youth and staff, can foster resilience and psychological safety. Professionals in the setting often experienced secondary trauma, which can manifest as emotional exhaustion, deep personalization, and reduced feelings of accomplishment. Trauma-informed care encourages staff to view the behaviors through a trauma lens. Giving them the ability and then the knowledge to help them respond with empathy and self-regulation rather than internalizing the stress. This question is not only scientifically relevant but also has practical implications. If the TIC training can indeed mitigate turnover and organizations, then they can develop and adopt this concept while leading, enhance staff morale, improve retention, and ensure more effective rehabilitation outcomes for the youth.</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98bc93328b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98bc93328b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One of the most important foundational studies that supports my research comes from Sprang, Craig, and Clark and 2011. Their work examined professionals who regularly interact with traumatized children, such as social workers and counselors, and found that these individuals would frequently experience secondary traumatic stress. A condition that mirrors the trauma experienced by their clients. Over time, these exposures can lead to emotional exhaustion in full burnout, practically an environment with limited support. Sprang and colleagues emphasize that while professionals may enter these fields with strong motivation and empathy, ongoing exposure to trauma without appropriate coping frameworks can diminish their capacity for compassion. These findings make a strong case for preventative, organizational matters like trauma-informed care. By helping staff recognize the impact of secondary trauma, organizations like these kids encourage emotional awareness and have a healthier coping mechanism. This study provides a theoretical basis for a trauma-informed approach that may not improve care for the youth, but can also protect them and the well-being of professionals themselves.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98bc93328b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98bc93328b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Building upon Sprang's work, another key study that I found was by Rivard and colleagues in 2005 that explored how the trauma recovery framework can be implemented at a systemic level within the youth residential treatment programs. They found and revealed that after introducing trauma-informed systems, staff members reported great job satisfaction. They also showed lower stress levels and improved relationships between peers and thief. This suggests that when organizations adopt, informed principle, the benefits can extend beyond individual intervention. They can reshape the workplace culture itself. Employees can feel much safer, more supported, and better equipped to manage emotionally taxing situations. For my research, Rivards's steady serves as a critical link to demonstrate that TIC training can have a measurable and positive effect. It also validates a hypothesis that these trainings can reduce burnout, not only by psychological education but by promoting systematic empathy and shared accountability across teams. This evidence strengthens the rationale for exploring TIC within juvenile justice systems, where high stress is exposure to trauma or constant realities.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98bc93328b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98bc93328b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When it comes to the theoretical foundation of my research, there are two primary frameworks. One, occupational health, psychology, and number two, informed organizational theory. When we use occupational health psychology, we need to emphasize the importance of creating work environments that promote well-being, reduce stress, and enhance performance., Informed organizational theory extends on that by introducing the concept of psychological safety. When organizations acknowledge the presence of trauma and respond to it in a supportive way, it can reduce the likelihood of negative effects. In this model, TIC training functions as a moderate variable that reduces the negative impact of trauma exposure on burnout levels. Essentially, it can also serve as a protective shield, which helps employees process their experience rather than internalizing it as stress. However, while both frameworks have been studied extensively in healthcare and social work, there is limited research applying them to juvenile justice systems. This gap provides an opportunity to explore how implementing TIC can enhance professional resilience, lower turnover rate, and maybe improve the quality and rehabilitation provided to justice-involved youth.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98bc93328b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98bc93328b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My study uses a quasi-experimental, between-group design to examine the differences in burnout between professionals who have completed TIC training and those who have not. The sample will include 120 juvenile justice employees, including probation officers, case managers, and residential staff members across the three detention centers in or near Gillette, Wyoming. Recruitments will basically be done through administrative emails, flyers, and professional networks to ensure the diverse representation within the sample. All participation will be voluntary and anonymous that they are protected through the online survey format. This design allows for a realistic comparison within the operational work setting without manipulating variables in a controlled lab environment. While random assignments may be impossible, this structure can still provide a meaningful insight into the natural workplace conditions. By comparing trained versus untrained professionals, we can identify whether the TIC training significantly influences burnout retention or not. This method can offer a balance between scientific rigor and ecological validity, reflecting real-world organizational processes.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98bc93328b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98bc93328b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In this study, the independent variable will be whether or not the participant has received informed care training. This will be measured dichotomously with participants categorized as either trained or untrained. The dependent variable, burnout, will be measured using the Maslach Burnout Inventory. This is done through the human service survey, which is a validated instrument that assesses three main components: emotional exhaustion, depersonalization, and personal accomplishment. Emotional exhaustion will reflect the feeling of being emotionally drained by one’s work, depersonalization represents a detached or cynical response to clients and personnel accomplishments will measure feelings of success and competency. Participants will complete this inventory anonymously online, and then the score will be compiled to compare mean burnout levels between trade and untrained groups. This method will ensure both reliability and be in the measurements. By using a widely recognized psychological tool, this research maintains consistency with previous studies. Which will field and strengthen the credibility of the results. The aim is to quantify how TIC training might shift out, burned-out dimensions toward healthier outcomes.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98bc93328b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98bc93328b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analysis will use a two-tailed independent samples, test test to compare the burnout scores between professionals who received the TIC training in those who have not. This statistical approach is ideal for identifying whether there is a significant difference between means scores across two independent groups. Descriptive statistics for for summarize the participants' demographics, such asaged dental role, and years of experience, along with the means of standard deviation for the burnout subscale. Before running the T-test, I will test for normality and homogeneity of variance to ensure the assumptions for parametric tests are met. If the assumption holds, the T test will determine whether the differences in emotional exhaustion, de-personalization, and personal accomplishment are significant at the P&lt; .05 level. Analysis will allow for a straightforward interpretation of how TSC training correlates with burnout outcomes. The findings will then provide empirical evidence to support or challenge the effectiveness of TIC in improving psychological well-being within correctional environments.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98bc93328b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98bc93328b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If the hypothesis holds through the results are expected to show that the professionals who have received TSC training report significantly lower emotional exhaustion in deeper realization scores. Compared to those who were untrained. Conversely, they are expected to report higher levels of personal accomplishment, indicating a strong sense of purpose in fulfillment in their work. A bar chart will visualize these differences across burnout dimensions, making the findings easy to interpret. The hypothetical results suggest that trauma-informed attorneys support staff with emotional regulation tools and reflective practices that help them manage stress more effectively. Reducing burnout not only improves employee morale but also enhances it. The quality of care provided to the user. This would mean better job satisfaction, improved retention, and fewer stress-related absences. Overall, these expected outcomes a line with the previous literature emphasizing TIC is dense to transform high stress, workplace, and supportive, sustainable environments.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98bc93328b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98bc93328b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discussion portion of the study basically connects the findings to a broader context of workplace wellness and organizational psychology. If the TIC training shows a reduced burnout, the implications are significant for both leadership and policy. First, organizations can integrate informed care principles as part of onboarding and ongoing professional development. This can ensure that staff feel supported and understood when dealing with trauma-exposed populations. Secondly, TIC training is considered a cost-effective strategy for improving staff retention, which will then reduce burnout and term turnover rate, imposing substantial financial and emotional costs on the agency. Third, it can support the development of a psychologically safe workplace. These environments basically need to implement that open communication and empathy are prioritized. For leaders in juvenile justice, this means shifting from a compliance-based approach to a compassion-based culture. Ultimately, when implementing the TIC framework, it can strengthen staff resilience, improve client outcomes, and reinforce the mission of rehabilitation by promoting effective, driven, sustainable organizational practices.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98bc93328b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98bc93328b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While the study focuses on the immediate relationship between TIC training in burnout, further research can expand on the investigations by including longitudinal designs that can track the long-term benefits of TIC. For example, studies can measure whether burnout retention is only affected for six months or a year after training. Another direction can involve examining the immediate roles of supervision, quality, and leadership support. Other factors known to influence employee well-being. Furthermore, because TSC principles are applicable beyond the justice system, future research might explore their impact and fields, such as education, healthcare, enforcement, or corporate businesses. These fields are also common when it comes to trauma. Understanding these cross-disciplinary implications, we can help shape universal best practices for building trauma responses workplace. Expanding on the research cannot only strengthen the theoretical foundation but can also help Taylor's interventions in the professional context. This can make TIC an adaptable and evidence-based solution for workforce resilience.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98bc93328b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98bc93328b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conclusion, the study highlights the critical role that trauma informed care can play in mitigate burnout among juvenile justice professionals. When we equipped staff with the knowledge to recognize trauma effects and respond, empathetically, TSC can foster a resilience and psychological well-being environment. The anticipate results of research points towards a more sustainable and compassionate model of professional practices. One where employees feel supported, valued, and emotionally capable of handling the demands of their work. Beyond the median benefits to staff, TSC training can also enhance service quality which can help clients be understood in a more nurturing environment. As organizations increase the face burnout related challenges, adopting a trauma informed framework may serve as both a preventative and restorative solution. Ultimately, we can see this research screen enforced, the importance of organizational empathy that can then demonstrate the caring for caregivers and essentially enhance meaningful and lasting outcomes in rehabilitation in human services.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98bc93328b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98bc93328b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1150" lvl="2" marL="1371600">
              <a:spcBef>
                <a:spcPts val="0"/>
              </a:spcBef>
              <a:spcAft>
                <a:spcPts val="0"/>
              </a:spcAft>
              <a:buClr>
                <a:schemeClr val="lt1"/>
              </a:buClr>
              <a:buSzPts val="13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3050" lvl="8" marL="4114800">
              <a:spcBef>
                <a:spcPts val="0"/>
              </a:spcBef>
              <a:spcAft>
                <a:spcPts val="0"/>
              </a:spcAft>
              <a:buClr>
                <a:schemeClr val="lt1"/>
              </a:buClr>
              <a:buSzPts val="700"/>
              <a:buChar char="■"/>
              <a:defRPr>
                <a:solidFill>
                  <a:schemeClr val="lt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5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23850" lvl="0" marL="457200" algn="ctr">
              <a:spcBef>
                <a:spcPts val="0"/>
              </a:spcBef>
              <a:spcAft>
                <a:spcPts val="0"/>
              </a:spcAft>
              <a:buSzPts val="1500"/>
              <a:buChar char="●"/>
              <a:defRPr/>
            </a:lvl1pPr>
            <a:lvl2pPr indent="-317500" lvl="1" marL="914400" algn="ctr">
              <a:spcBef>
                <a:spcPts val="0"/>
              </a:spcBef>
              <a:spcAft>
                <a:spcPts val="0"/>
              </a:spcAft>
              <a:buSzPts val="14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298450" lvl="4" marL="2286000" algn="ctr">
              <a:spcBef>
                <a:spcPts val="0"/>
              </a:spcBef>
              <a:spcAft>
                <a:spcPts val="0"/>
              </a:spcAft>
              <a:buSzPts val="1100"/>
              <a:buChar char="○"/>
              <a:defRPr/>
            </a:lvl5pPr>
            <a:lvl6pPr indent="-292100" lvl="5" marL="2743200" algn="ctr">
              <a:spcBef>
                <a:spcPts val="0"/>
              </a:spcBef>
              <a:spcAft>
                <a:spcPts val="0"/>
              </a:spcAft>
              <a:buSzPts val="1000"/>
              <a:buChar char="■"/>
              <a:defRPr/>
            </a:lvl6pPr>
            <a:lvl7pPr indent="-285750" lvl="6" marL="3200400" algn="ctr">
              <a:spcBef>
                <a:spcPts val="0"/>
              </a:spcBef>
              <a:spcAft>
                <a:spcPts val="0"/>
              </a:spcAft>
              <a:buSzPts val="900"/>
              <a:buChar char="●"/>
              <a:defRPr/>
            </a:lvl7pPr>
            <a:lvl8pPr indent="-279400" lvl="7" marL="3657600" algn="ctr">
              <a:spcBef>
                <a:spcPts val="0"/>
              </a:spcBef>
              <a:spcAft>
                <a:spcPts val="0"/>
              </a:spcAft>
              <a:buSzPts val="800"/>
              <a:buChar char="○"/>
              <a:defRPr/>
            </a:lvl8pPr>
            <a:lvl9pPr indent="-273050" lvl="8" marL="4114800" algn="ctr">
              <a:spcBef>
                <a:spcPts val="0"/>
              </a:spcBef>
              <a:spcAft>
                <a:spcPts val="0"/>
              </a:spcAft>
              <a:buSzPts val="7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spTree>
      <p:nvGrpSpPr>
        <p:cNvPr id="131" name="Shape 131"/>
        <p:cNvGrpSpPr/>
        <p:nvPr/>
      </p:nvGrpSpPr>
      <p:grpSpPr>
        <a:xfrm>
          <a:off x="0" y="0"/>
          <a:ext cx="0" cy="0"/>
          <a:chOff x="0" y="0"/>
          <a:chExt cx="0" cy="0"/>
        </a:xfrm>
      </p:grpSpPr>
      <p:sp>
        <p:nvSpPr>
          <p:cNvPr id="132" name="Google Shape;132;p23"/>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133" name="Google Shape;133;p23"/>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4"/>
              </a:buClr>
              <a:buSzPts val="12800"/>
              <a:buNone/>
              <a:defRPr sz="12800">
                <a:solidFill>
                  <a:schemeClr val="accent4"/>
                </a:solidFill>
              </a:defRPr>
            </a:lvl1pPr>
            <a:lvl2pPr lvl="1"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p:txBody>
      </p:sp>
      <p:sp>
        <p:nvSpPr>
          <p:cNvPr id="134" name="Google Shape;134;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7">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spTree>
      <p:nvGrpSpPr>
        <p:cNvPr id="135" name="Shape 135"/>
        <p:cNvGrpSpPr/>
        <p:nvPr/>
      </p:nvGrpSpPr>
      <p:grpSpPr>
        <a:xfrm>
          <a:off x="0" y="0"/>
          <a:ext cx="0" cy="0"/>
          <a:chOff x="0" y="0"/>
          <a:chExt cx="0" cy="0"/>
        </a:xfrm>
      </p:grpSpPr>
      <p:sp>
        <p:nvSpPr>
          <p:cNvPr id="136" name="Google Shape;136;p24"/>
          <p:cNvSpPr txBox="1"/>
          <p:nvPr>
            <p:ph type="title"/>
          </p:nvPr>
        </p:nvSpPr>
        <p:spPr>
          <a:xfrm>
            <a:off x="632850" y="1124700"/>
            <a:ext cx="7878300" cy="174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5400"/>
              <a:buFont typeface="Hepta Slab"/>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24"/>
          <p:cNvSpPr txBox="1"/>
          <p:nvPr>
            <p:ph idx="1" type="body"/>
          </p:nvPr>
        </p:nvSpPr>
        <p:spPr>
          <a:xfrm>
            <a:off x="4064100" y="4335200"/>
            <a:ext cx="1015800" cy="266100"/>
          </a:xfrm>
          <a:prstGeom prst="rect">
            <a:avLst/>
          </a:prstGeom>
          <a:ln cap="flat" cmpd="sng" w="9525">
            <a:solidFill>
              <a:schemeClr val="dk1"/>
            </a:solidFill>
            <a:prstDash val="solid"/>
            <a:round/>
            <a:headEnd len="sm" w="sm" type="none"/>
            <a:tailEnd len="sm" w="sm" type="none"/>
          </a:ln>
        </p:spPr>
        <p:txBody>
          <a:bodyPr anchorCtr="0" anchor="ctr" bIns="0" lIns="0" spcFirstLastPara="1" rIns="0" wrap="square" tIns="0">
            <a:no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138" name="Google Shape;138;p24"/>
          <p:cNvSpPr txBox="1"/>
          <p:nvPr>
            <p:ph idx="2" type="subTitle"/>
          </p:nvPr>
        </p:nvSpPr>
        <p:spPr>
          <a:xfrm>
            <a:off x="2857500" y="2902000"/>
            <a:ext cx="3765600" cy="934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600"/>
              <a:buNone/>
              <a:defRPr sz="2600">
                <a:solidFill>
                  <a:schemeClr val="dk2"/>
                </a:solidFill>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139" name="Google Shape;139;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tx">
  <p:cSld name="TITLE_AND_BODY">
    <p:bg>
      <p:bgPr>
        <a:solidFill>
          <a:schemeClr val="accent4"/>
        </a:solidFill>
      </p:bgPr>
    </p:bg>
    <p:spTree>
      <p:nvGrpSpPr>
        <p:cNvPr id="140" name="Shape 140"/>
        <p:cNvGrpSpPr/>
        <p:nvPr/>
      </p:nvGrpSpPr>
      <p:grpSpPr>
        <a:xfrm>
          <a:off x="0" y="0"/>
          <a:ext cx="0" cy="0"/>
          <a:chOff x="0" y="0"/>
          <a:chExt cx="0" cy="0"/>
        </a:xfrm>
      </p:grpSpPr>
      <p:sp>
        <p:nvSpPr>
          <p:cNvPr id="141" name="Google Shape;141;p25"/>
          <p:cNvSpPr txBox="1"/>
          <p:nvPr>
            <p:ph idx="1" type="subTitle"/>
          </p:nvPr>
        </p:nvSpPr>
        <p:spPr>
          <a:xfrm>
            <a:off x="475075" y="309225"/>
            <a:ext cx="3655200" cy="35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p:txBody>
      </p:sp>
      <p:sp>
        <p:nvSpPr>
          <p:cNvPr id="142" name="Google Shape;142;p25"/>
          <p:cNvSpPr txBox="1"/>
          <p:nvPr>
            <p:ph idx="2" type="body"/>
          </p:nvPr>
        </p:nvSpPr>
        <p:spPr>
          <a:xfrm>
            <a:off x="711097"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3" name="Google Shape;143;p25"/>
          <p:cNvSpPr txBox="1"/>
          <p:nvPr>
            <p:ph idx="3" type="subTitle"/>
          </p:nvPr>
        </p:nvSpPr>
        <p:spPr>
          <a:xfrm>
            <a:off x="1699221"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44" name="Google Shape;144;p25"/>
          <p:cNvSpPr txBox="1"/>
          <p:nvPr>
            <p:ph idx="4" type="body"/>
          </p:nvPr>
        </p:nvSpPr>
        <p:spPr>
          <a:xfrm>
            <a:off x="2285797"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45" name="Google Shape;145;p25"/>
          <p:cNvSpPr txBox="1"/>
          <p:nvPr>
            <p:ph idx="5" type="body"/>
          </p:nvPr>
        </p:nvSpPr>
        <p:spPr>
          <a:xfrm>
            <a:off x="711097"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6" name="Google Shape;146;p25"/>
          <p:cNvSpPr txBox="1"/>
          <p:nvPr>
            <p:ph idx="6" type="subTitle"/>
          </p:nvPr>
        </p:nvSpPr>
        <p:spPr>
          <a:xfrm>
            <a:off x="1699221"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47" name="Google Shape;147;p25"/>
          <p:cNvSpPr txBox="1"/>
          <p:nvPr>
            <p:ph idx="7" type="body"/>
          </p:nvPr>
        </p:nvSpPr>
        <p:spPr>
          <a:xfrm>
            <a:off x="2285797"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48" name="Google Shape;148;p25"/>
          <p:cNvSpPr txBox="1"/>
          <p:nvPr>
            <p:ph idx="8" type="body"/>
          </p:nvPr>
        </p:nvSpPr>
        <p:spPr>
          <a:xfrm>
            <a:off x="711097"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9" name="Google Shape;149;p25"/>
          <p:cNvSpPr txBox="1"/>
          <p:nvPr>
            <p:ph idx="9" type="subTitle"/>
          </p:nvPr>
        </p:nvSpPr>
        <p:spPr>
          <a:xfrm>
            <a:off x="1699221"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0" name="Google Shape;150;p25"/>
          <p:cNvSpPr txBox="1"/>
          <p:nvPr>
            <p:ph idx="13" type="body"/>
          </p:nvPr>
        </p:nvSpPr>
        <p:spPr>
          <a:xfrm>
            <a:off x="2285797"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1" name="Google Shape;151;p25"/>
          <p:cNvSpPr txBox="1"/>
          <p:nvPr>
            <p:ph idx="14" type="body"/>
          </p:nvPr>
        </p:nvSpPr>
        <p:spPr>
          <a:xfrm>
            <a:off x="4746581"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2" name="Google Shape;152;p25"/>
          <p:cNvSpPr txBox="1"/>
          <p:nvPr>
            <p:ph idx="15" type="subTitle"/>
          </p:nvPr>
        </p:nvSpPr>
        <p:spPr>
          <a:xfrm>
            <a:off x="5734705"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3" name="Google Shape;153;p25"/>
          <p:cNvSpPr txBox="1"/>
          <p:nvPr>
            <p:ph idx="16" type="body"/>
          </p:nvPr>
        </p:nvSpPr>
        <p:spPr>
          <a:xfrm>
            <a:off x="6321281"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4" name="Google Shape;154;p25"/>
          <p:cNvSpPr txBox="1"/>
          <p:nvPr>
            <p:ph idx="17" type="body"/>
          </p:nvPr>
        </p:nvSpPr>
        <p:spPr>
          <a:xfrm>
            <a:off x="4746581"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5" name="Google Shape;155;p25"/>
          <p:cNvSpPr txBox="1"/>
          <p:nvPr>
            <p:ph idx="18" type="subTitle"/>
          </p:nvPr>
        </p:nvSpPr>
        <p:spPr>
          <a:xfrm>
            <a:off x="5734705"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6" name="Google Shape;156;p25"/>
          <p:cNvSpPr txBox="1"/>
          <p:nvPr>
            <p:ph idx="19" type="body"/>
          </p:nvPr>
        </p:nvSpPr>
        <p:spPr>
          <a:xfrm>
            <a:off x="6321281"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7" name="Google Shape;157;p25"/>
          <p:cNvSpPr txBox="1"/>
          <p:nvPr>
            <p:ph idx="20" type="body"/>
          </p:nvPr>
        </p:nvSpPr>
        <p:spPr>
          <a:xfrm>
            <a:off x="4746581"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8" name="Google Shape;158;p25"/>
          <p:cNvSpPr txBox="1"/>
          <p:nvPr>
            <p:ph idx="21" type="subTitle"/>
          </p:nvPr>
        </p:nvSpPr>
        <p:spPr>
          <a:xfrm>
            <a:off x="5734705"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9" name="Google Shape;159;p25"/>
          <p:cNvSpPr txBox="1"/>
          <p:nvPr>
            <p:ph idx="22" type="body"/>
          </p:nvPr>
        </p:nvSpPr>
        <p:spPr>
          <a:xfrm>
            <a:off x="6321281"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60" name="Google Shape;160;p2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type="twoColTx">
  <p:cSld name="TITLE_AND_TWO_COLUMNS">
    <p:bg>
      <p:bgPr>
        <a:solidFill>
          <a:schemeClr val="dk1"/>
        </a:solidFill>
      </p:bgPr>
    </p:bg>
    <p:spTree>
      <p:nvGrpSpPr>
        <p:cNvPr id="161" name="Shape 161"/>
        <p:cNvGrpSpPr/>
        <p:nvPr/>
      </p:nvGrpSpPr>
      <p:grpSpPr>
        <a:xfrm>
          <a:off x="0" y="0"/>
          <a:ext cx="0" cy="0"/>
          <a:chOff x="0" y="0"/>
          <a:chExt cx="0" cy="0"/>
        </a:xfrm>
      </p:grpSpPr>
      <p:sp>
        <p:nvSpPr>
          <p:cNvPr id="162" name="Google Shape;162;p26"/>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6"/>
          <p:cNvSpPr txBox="1"/>
          <p:nvPr/>
        </p:nvSpPr>
        <p:spPr>
          <a:xfrm>
            <a:off x="6262625" y="1205946"/>
            <a:ext cx="2155500" cy="3231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i="1" lang="en" sz="700">
                <a:solidFill>
                  <a:schemeClr val="lt1"/>
                </a:solidFill>
                <a:latin typeface="Barlow Medium"/>
                <a:ea typeface="Barlow Medium"/>
                <a:cs typeface="Barlow Medium"/>
                <a:sym typeface="Barlow Medium"/>
              </a:rPr>
              <a:t>Lorem ipsum dolor sit amet, consectetur adipiscing elit.</a:t>
            </a:r>
            <a:endParaRPr i="1" sz="700">
              <a:solidFill>
                <a:schemeClr val="lt1"/>
              </a:solidFill>
              <a:latin typeface="Barlow Medium"/>
              <a:ea typeface="Barlow Medium"/>
              <a:cs typeface="Barlow Medium"/>
              <a:sym typeface="Barlow Medium"/>
            </a:endParaRPr>
          </a:p>
        </p:txBody>
      </p:sp>
      <p:sp>
        <p:nvSpPr>
          <p:cNvPr id="164" name="Google Shape;164;p26"/>
          <p:cNvSpPr/>
          <p:nvPr>
            <p:ph idx="2" type="pic"/>
          </p:nvPr>
        </p:nvSpPr>
        <p:spPr>
          <a:xfrm>
            <a:off x="3915225" y="1631250"/>
            <a:ext cx="4441200" cy="3009900"/>
          </a:xfrm>
          <a:prstGeom prst="roundRect">
            <a:avLst>
              <a:gd fmla="val 16667" name="adj"/>
            </a:avLst>
          </a:prstGeom>
          <a:noFill/>
          <a:ln>
            <a:noFill/>
          </a:ln>
        </p:spPr>
      </p:sp>
      <p:sp>
        <p:nvSpPr>
          <p:cNvPr id="165" name="Google Shape;165;p26"/>
          <p:cNvSpPr txBox="1"/>
          <p:nvPr>
            <p:ph idx="1" type="body"/>
          </p:nvPr>
        </p:nvSpPr>
        <p:spPr>
          <a:xfrm>
            <a:off x="791150" y="1835400"/>
            <a:ext cx="2094000" cy="8466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66" name="Google Shape;166;p26"/>
          <p:cNvSpPr txBox="1"/>
          <p:nvPr>
            <p:ph idx="3" type="subTitle"/>
          </p:nvPr>
        </p:nvSpPr>
        <p:spPr>
          <a:xfrm>
            <a:off x="791150" y="522625"/>
            <a:ext cx="3918300" cy="100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67" name="Google Shape;167;p2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AND_TWO_COLUMNS_1">
    <p:bg>
      <p:bgPr>
        <a:solidFill>
          <a:schemeClr val="dk1"/>
        </a:solidFill>
      </p:bgPr>
    </p:bg>
    <p:spTree>
      <p:nvGrpSpPr>
        <p:cNvPr id="168" name="Shape 168"/>
        <p:cNvGrpSpPr/>
        <p:nvPr/>
      </p:nvGrpSpPr>
      <p:grpSpPr>
        <a:xfrm>
          <a:off x="0" y="0"/>
          <a:ext cx="0" cy="0"/>
          <a:chOff x="0" y="0"/>
          <a:chExt cx="0" cy="0"/>
        </a:xfrm>
      </p:grpSpPr>
      <p:sp>
        <p:nvSpPr>
          <p:cNvPr id="169" name="Google Shape;169;p27"/>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7"/>
          <p:cNvSpPr txBox="1"/>
          <p:nvPr>
            <p:ph idx="1" type="subTitle"/>
          </p:nvPr>
        </p:nvSpPr>
        <p:spPr>
          <a:xfrm>
            <a:off x="791150" y="522625"/>
            <a:ext cx="5173200" cy="97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71" name="Google Shape;171;p27"/>
          <p:cNvSpPr txBox="1"/>
          <p:nvPr>
            <p:ph idx="2" type="body"/>
          </p:nvPr>
        </p:nvSpPr>
        <p:spPr>
          <a:xfrm>
            <a:off x="685450"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172" name="Google Shape;172;p27"/>
          <p:cNvSpPr txBox="1"/>
          <p:nvPr>
            <p:ph idx="3" type="body"/>
          </p:nvPr>
        </p:nvSpPr>
        <p:spPr>
          <a:xfrm>
            <a:off x="4601077"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173" name="Google Shape;173;p2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type="titleOnly">
  <p:cSld name="TITLE_ONLY">
    <p:bg>
      <p:bgPr>
        <a:solidFill>
          <a:schemeClr val="accent4"/>
        </a:solidFill>
      </p:bgPr>
    </p:bg>
    <p:spTree>
      <p:nvGrpSpPr>
        <p:cNvPr id="174" name="Shape 174"/>
        <p:cNvGrpSpPr/>
        <p:nvPr/>
      </p:nvGrpSpPr>
      <p:grpSpPr>
        <a:xfrm>
          <a:off x="0" y="0"/>
          <a:ext cx="0" cy="0"/>
          <a:chOff x="0" y="0"/>
          <a:chExt cx="0" cy="0"/>
        </a:xfrm>
      </p:grpSpPr>
      <p:sp>
        <p:nvSpPr>
          <p:cNvPr id="175" name="Google Shape;175;p28"/>
          <p:cNvSpPr/>
          <p:nvPr>
            <p:ph idx="2" type="pic"/>
          </p:nvPr>
        </p:nvSpPr>
        <p:spPr>
          <a:xfrm>
            <a:off x="791150" y="522900"/>
            <a:ext cx="1294800" cy="1918500"/>
          </a:xfrm>
          <a:prstGeom prst="rect">
            <a:avLst/>
          </a:prstGeom>
          <a:noFill/>
          <a:ln>
            <a:noFill/>
          </a:ln>
        </p:spPr>
      </p:sp>
      <p:sp>
        <p:nvSpPr>
          <p:cNvPr id="176" name="Google Shape;176;p28"/>
          <p:cNvSpPr/>
          <p:nvPr>
            <p:ph idx="3" type="pic"/>
          </p:nvPr>
        </p:nvSpPr>
        <p:spPr>
          <a:xfrm>
            <a:off x="2355375" y="522900"/>
            <a:ext cx="1294800" cy="1918500"/>
          </a:xfrm>
          <a:prstGeom prst="rect">
            <a:avLst/>
          </a:prstGeom>
          <a:noFill/>
          <a:ln>
            <a:noFill/>
          </a:ln>
        </p:spPr>
      </p:sp>
      <p:sp>
        <p:nvSpPr>
          <p:cNvPr id="177" name="Google Shape;177;p28"/>
          <p:cNvSpPr/>
          <p:nvPr>
            <p:ph idx="4" type="pic"/>
          </p:nvPr>
        </p:nvSpPr>
        <p:spPr>
          <a:xfrm>
            <a:off x="3921313" y="522900"/>
            <a:ext cx="1294800" cy="1918500"/>
          </a:xfrm>
          <a:prstGeom prst="rect">
            <a:avLst/>
          </a:prstGeom>
          <a:noFill/>
          <a:ln>
            <a:noFill/>
          </a:ln>
        </p:spPr>
      </p:sp>
      <p:sp>
        <p:nvSpPr>
          <p:cNvPr id="178" name="Google Shape;178;p28"/>
          <p:cNvSpPr/>
          <p:nvPr>
            <p:ph idx="5" type="pic"/>
          </p:nvPr>
        </p:nvSpPr>
        <p:spPr>
          <a:xfrm>
            <a:off x="5491588" y="522900"/>
            <a:ext cx="1294800" cy="1918500"/>
          </a:xfrm>
          <a:prstGeom prst="rect">
            <a:avLst/>
          </a:prstGeom>
          <a:noFill/>
          <a:ln>
            <a:noFill/>
          </a:ln>
        </p:spPr>
      </p:sp>
      <p:sp>
        <p:nvSpPr>
          <p:cNvPr id="179" name="Google Shape;179;p28"/>
          <p:cNvSpPr txBox="1"/>
          <p:nvPr>
            <p:ph idx="1" type="body"/>
          </p:nvPr>
        </p:nvSpPr>
        <p:spPr>
          <a:xfrm>
            <a:off x="680850" y="3443850"/>
            <a:ext cx="3074700" cy="10317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406400" lvl="1" marL="914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indent="-406400" lvl="2" marL="1371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indent="-406400" lvl="3" marL="1828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indent="-406400" lvl="4" marL="22860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indent="-406400" lvl="5" marL="2743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indent="-406400" lvl="6" marL="3200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indent="-406400" lvl="7" marL="3657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indent="-406400" lvl="8" marL="4114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p:txBody>
      </p:sp>
      <p:sp>
        <p:nvSpPr>
          <p:cNvPr id="180" name="Google Shape;180;p28"/>
          <p:cNvSpPr txBox="1"/>
          <p:nvPr>
            <p:ph idx="6" type="body"/>
          </p:nvPr>
        </p:nvSpPr>
        <p:spPr>
          <a:xfrm>
            <a:off x="4123900" y="3443850"/>
            <a:ext cx="4030200" cy="1165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81" name="Google Shape;181;p28"/>
          <p:cNvSpPr txBox="1"/>
          <p:nvPr>
            <p:ph idx="7" type="body"/>
          </p:nvPr>
        </p:nvSpPr>
        <p:spPr>
          <a:xfrm>
            <a:off x="7050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2" name="Google Shape;182;p28"/>
          <p:cNvSpPr txBox="1"/>
          <p:nvPr>
            <p:ph idx="8" type="body"/>
          </p:nvPr>
        </p:nvSpPr>
        <p:spPr>
          <a:xfrm>
            <a:off x="22588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3" name="Google Shape;183;p28"/>
          <p:cNvSpPr txBox="1"/>
          <p:nvPr>
            <p:ph idx="9" type="body"/>
          </p:nvPr>
        </p:nvSpPr>
        <p:spPr>
          <a:xfrm>
            <a:off x="38275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4" name="Google Shape;184;p28"/>
          <p:cNvSpPr txBox="1"/>
          <p:nvPr>
            <p:ph idx="13" type="body"/>
          </p:nvPr>
        </p:nvSpPr>
        <p:spPr>
          <a:xfrm>
            <a:off x="53951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5" name="Google Shape;185;p28"/>
          <p:cNvSpPr txBox="1"/>
          <p:nvPr>
            <p:ph idx="14" type="body"/>
          </p:nvPr>
        </p:nvSpPr>
        <p:spPr>
          <a:xfrm>
            <a:off x="7050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6" name="Google Shape;186;p28"/>
          <p:cNvSpPr txBox="1"/>
          <p:nvPr>
            <p:ph idx="15" type="body"/>
          </p:nvPr>
        </p:nvSpPr>
        <p:spPr>
          <a:xfrm>
            <a:off x="22588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7" name="Google Shape;187;p28"/>
          <p:cNvSpPr txBox="1"/>
          <p:nvPr>
            <p:ph idx="16" type="body"/>
          </p:nvPr>
        </p:nvSpPr>
        <p:spPr>
          <a:xfrm>
            <a:off x="3827003"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8" name="Google Shape;188;p28"/>
          <p:cNvSpPr txBox="1"/>
          <p:nvPr>
            <p:ph idx="17" type="body"/>
          </p:nvPr>
        </p:nvSpPr>
        <p:spPr>
          <a:xfrm>
            <a:off x="5396128"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9" name="Google Shape;189;p2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Landscape">
  <p:cSld name="ONE_COLUMN_TEXT">
    <p:bg>
      <p:bgPr>
        <a:solidFill>
          <a:schemeClr val="dk1"/>
        </a:solidFill>
      </p:bgPr>
    </p:bg>
    <p:spTree>
      <p:nvGrpSpPr>
        <p:cNvPr id="190" name="Shape 190"/>
        <p:cNvGrpSpPr/>
        <p:nvPr/>
      </p:nvGrpSpPr>
      <p:grpSpPr>
        <a:xfrm>
          <a:off x="0" y="0"/>
          <a:ext cx="0" cy="0"/>
          <a:chOff x="0" y="0"/>
          <a:chExt cx="0" cy="0"/>
        </a:xfrm>
      </p:grpSpPr>
      <p:sp>
        <p:nvSpPr>
          <p:cNvPr id="191" name="Google Shape;191;p29"/>
          <p:cNvSpPr txBox="1"/>
          <p:nvPr>
            <p:ph idx="1" type="body"/>
          </p:nvPr>
        </p:nvSpPr>
        <p:spPr>
          <a:xfrm>
            <a:off x="791150" y="738025"/>
            <a:ext cx="3918300" cy="2232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Font typeface="Barlow"/>
              <a:buChar char="●"/>
              <a:defRPr sz="1100">
                <a:latin typeface="Barlow"/>
                <a:ea typeface="Barlow"/>
                <a:cs typeface="Barlow"/>
                <a:sym typeface="Barlow"/>
              </a:defRPr>
            </a:lvl1pPr>
            <a:lvl2pPr indent="-298450" lvl="1" marL="914400">
              <a:spcBef>
                <a:spcPts val="0"/>
              </a:spcBef>
              <a:spcAft>
                <a:spcPts val="0"/>
              </a:spcAft>
              <a:buSzPts val="1100"/>
              <a:buFont typeface="Barlow"/>
              <a:buChar char="○"/>
              <a:defRPr sz="1100">
                <a:latin typeface="Barlow"/>
                <a:ea typeface="Barlow"/>
                <a:cs typeface="Barlow"/>
                <a:sym typeface="Barlow"/>
              </a:defRPr>
            </a:lvl2pPr>
            <a:lvl3pPr indent="-298450" lvl="2" marL="1371600">
              <a:spcBef>
                <a:spcPts val="0"/>
              </a:spcBef>
              <a:spcAft>
                <a:spcPts val="0"/>
              </a:spcAft>
              <a:buSzPts val="1100"/>
              <a:buFont typeface="Barlow"/>
              <a:buChar char="■"/>
              <a:defRPr sz="1100">
                <a:latin typeface="Barlow"/>
                <a:ea typeface="Barlow"/>
                <a:cs typeface="Barlow"/>
                <a:sym typeface="Barlow"/>
              </a:defRPr>
            </a:lvl3pPr>
            <a:lvl4pPr indent="-298450" lvl="3" marL="1828800">
              <a:spcBef>
                <a:spcPts val="0"/>
              </a:spcBef>
              <a:spcAft>
                <a:spcPts val="0"/>
              </a:spcAft>
              <a:buSzPts val="1100"/>
              <a:buFont typeface="Barlow"/>
              <a:buChar char="●"/>
              <a:defRPr sz="1100">
                <a:latin typeface="Barlow"/>
                <a:ea typeface="Barlow"/>
                <a:cs typeface="Barlow"/>
                <a:sym typeface="Barlow"/>
              </a:defRPr>
            </a:lvl4pPr>
            <a:lvl5pPr indent="-298450" lvl="4" marL="2286000">
              <a:spcBef>
                <a:spcPts val="0"/>
              </a:spcBef>
              <a:spcAft>
                <a:spcPts val="0"/>
              </a:spcAft>
              <a:buSzPts val="1100"/>
              <a:buFont typeface="Barlow"/>
              <a:buChar char="○"/>
              <a:defRPr>
                <a:latin typeface="Barlow"/>
                <a:ea typeface="Barlow"/>
                <a:cs typeface="Barlow"/>
                <a:sym typeface="Barlow"/>
              </a:defRPr>
            </a:lvl5pPr>
            <a:lvl6pPr indent="-298450" lvl="5" marL="2743200">
              <a:spcBef>
                <a:spcPts val="0"/>
              </a:spcBef>
              <a:spcAft>
                <a:spcPts val="0"/>
              </a:spcAft>
              <a:buSzPts val="1100"/>
              <a:buFont typeface="Barlow"/>
              <a:buChar char="■"/>
              <a:defRPr sz="1100">
                <a:latin typeface="Barlow"/>
                <a:ea typeface="Barlow"/>
                <a:cs typeface="Barlow"/>
                <a:sym typeface="Barlow"/>
              </a:defRPr>
            </a:lvl6pPr>
            <a:lvl7pPr indent="-298450" lvl="6" marL="3200400">
              <a:spcBef>
                <a:spcPts val="0"/>
              </a:spcBef>
              <a:spcAft>
                <a:spcPts val="0"/>
              </a:spcAft>
              <a:buSzPts val="1100"/>
              <a:buFont typeface="Barlow"/>
              <a:buChar char="●"/>
              <a:defRPr sz="1100">
                <a:latin typeface="Barlow"/>
                <a:ea typeface="Barlow"/>
                <a:cs typeface="Barlow"/>
                <a:sym typeface="Barlow"/>
              </a:defRPr>
            </a:lvl7pPr>
            <a:lvl8pPr indent="-298450" lvl="7" marL="3657600">
              <a:spcBef>
                <a:spcPts val="0"/>
              </a:spcBef>
              <a:spcAft>
                <a:spcPts val="0"/>
              </a:spcAft>
              <a:buSzPts val="1100"/>
              <a:buFont typeface="Barlow"/>
              <a:buChar char="○"/>
              <a:defRPr sz="1100">
                <a:latin typeface="Barlow"/>
                <a:ea typeface="Barlow"/>
                <a:cs typeface="Barlow"/>
                <a:sym typeface="Barlow"/>
              </a:defRPr>
            </a:lvl8pPr>
            <a:lvl9pPr indent="-298450" lvl="8" marL="4114800">
              <a:spcBef>
                <a:spcPts val="0"/>
              </a:spcBef>
              <a:spcAft>
                <a:spcPts val="0"/>
              </a:spcAft>
              <a:buSzPts val="1100"/>
              <a:buFont typeface="Barlow"/>
              <a:buChar char="■"/>
              <a:defRPr sz="1100">
                <a:latin typeface="Barlow"/>
                <a:ea typeface="Barlow"/>
                <a:cs typeface="Barlow"/>
                <a:sym typeface="Barlow"/>
              </a:defRPr>
            </a:lvl9pPr>
          </a:lstStyle>
          <a:p/>
        </p:txBody>
      </p:sp>
      <p:sp>
        <p:nvSpPr>
          <p:cNvPr id="192" name="Google Shape;192;p29"/>
          <p:cNvSpPr txBox="1"/>
          <p:nvPr>
            <p:ph idx="2" type="subTitle"/>
          </p:nvPr>
        </p:nvSpPr>
        <p:spPr>
          <a:xfrm>
            <a:off x="791150" y="522625"/>
            <a:ext cx="3918300" cy="2154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93" name="Google Shape;193;p2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 Data">
  <p:cSld name="MAIN_POINT">
    <p:bg>
      <p:bgPr>
        <a:solidFill>
          <a:schemeClr val="dk1"/>
        </a:solidFill>
      </p:bgPr>
    </p:bg>
    <p:spTree>
      <p:nvGrpSpPr>
        <p:cNvPr id="194" name="Shape 194"/>
        <p:cNvGrpSpPr/>
        <p:nvPr/>
      </p:nvGrpSpPr>
      <p:grpSpPr>
        <a:xfrm>
          <a:off x="0" y="0"/>
          <a:ext cx="0" cy="0"/>
          <a:chOff x="0" y="0"/>
          <a:chExt cx="0" cy="0"/>
        </a:xfrm>
      </p:grpSpPr>
      <p:sp>
        <p:nvSpPr>
          <p:cNvPr id="195" name="Google Shape;195;p30"/>
          <p:cNvSpPr txBox="1"/>
          <p:nvPr>
            <p:ph idx="1" type="subTitle"/>
          </p:nvPr>
        </p:nvSpPr>
        <p:spPr>
          <a:xfrm>
            <a:off x="690250" y="415625"/>
            <a:ext cx="1261800" cy="270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atin typeface="Barlow Light"/>
                <a:ea typeface="Barlow Light"/>
                <a:cs typeface="Barlow Light"/>
                <a:sym typeface="Barlow Light"/>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196" name="Google Shape;196;p30"/>
          <p:cNvSpPr txBox="1"/>
          <p:nvPr>
            <p:ph idx="2"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Hepta Slab Light"/>
                <a:ea typeface="Hepta Slab Light"/>
                <a:cs typeface="Hepta Slab Light"/>
                <a:sym typeface="Hepta Slab Light"/>
              </a:defRPr>
            </a:lvl2pPr>
            <a:lvl3pPr lvl="2">
              <a:spcBef>
                <a:spcPts val="0"/>
              </a:spcBef>
              <a:spcAft>
                <a:spcPts val="0"/>
              </a:spcAft>
              <a:buSzPts val="1400"/>
              <a:buNone/>
              <a:defRPr>
                <a:latin typeface="Hepta Slab Light"/>
                <a:ea typeface="Hepta Slab Light"/>
                <a:cs typeface="Hepta Slab Light"/>
                <a:sym typeface="Hepta Slab Light"/>
              </a:defRPr>
            </a:lvl3pPr>
            <a:lvl4pPr lvl="3">
              <a:spcBef>
                <a:spcPts val="0"/>
              </a:spcBef>
              <a:spcAft>
                <a:spcPts val="0"/>
              </a:spcAft>
              <a:buSzPts val="1400"/>
              <a:buNone/>
              <a:defRPr>
                <a:latin typeface="Hepta Slab Light"/>
                <a:ea typeface="Hepta Slab Light"/>
                <a:cs typeface="Hepta Slab Light"/>
                <a:sym typeface="Hepta Slab Light"/>
              </a:defRPr>
            </a:lvl4pPr>
            <a:lvl5pPr lvl="4">
              <a:spcBef>
                <a:spcPts val="0"/>
              </a:spcBef>
              <a:spcAft>
                <a:spcPts val="0"/>
              </a:spcAft>
              <a:buSzPts val="1400"/>
              <a:buNone/>
              <a:defRPr>
                <a:latin typeface="Hepta Slab Light"/>
                <a:ea typeface="Hepta Slab Light"/>
                <a:cs typeface="Hepta Slab Light"/>
                <a:sym typeface="Hepta Slab Light"/>
              </a:defRPr>
            </a:lvl5pPr>
            <a:lvl6pPr lvl="5">
              <a:spcBef>
                <a:spcPts val="0"/>
              </a:spcBef>
              <a:spcAft>
                <a:spcPts val="0"/>
              </a:spcAft>
              <a:buSzPts val="1400"/>
              <a:buNone/>
              <a:defRPr>
                <a:latin typeface="Hepta Slab Light"/>
                <a:ea typeface="Hepta Slab Light"/>
                <a:cs typeface="Hepta Slab Light"/>
                <a:sym typeface="Hepta Slab Light"/>
              </a:defRPr>
            </a:lvl6pPr>
            <a:lvl7pPr lvl="6">
              <a:spcBef>
                <a:spcPts val="0"/>
              </a:spcBef>
              <a:spcAft>
                <a:spcPts val="0"/>
              </a:spcAft>
              <a:buSzPts val="1400"/>
              <a:buNone/>
              <a:defRPr>
                <a:latin typeface="Hepta Slab Light"/>
                <a:ea typeface="Hepta Slab Light"/>
                <a:cs typeface="Hepta Slab Light"/>
                <a:sym typeface="Hepta Slab Light"/>
              </a:defRPr>
            </a:lvl7pPr>
            <a:lvl8pPr lvl="7">
              <a:spcBef>
                <a:spcPts val="0"/>
              </a:spcBef>
              <a:spcAft>
                <a:spcPts val="0"/>
              </a:spcAft>
              <a:buSzPts val="1400"/>
              <a:buNone/>
              <a:defRPr>
                <a:latin typeface="Hepta Slab Light"/>
                <a:ea typeface="Hepta Slab Light"/>
                <a:cs typeface="Hepta Slab Light"/>
                <a:sym typeface="Hepta Slab Light"/>
              </a:defRPr>
            </a:lvl8pPr>
            <a:lvl9pPr lvl="8">
              <a:spcBef>
                <a:spcPts val="0"/>
              </a:spcBef>
              <a:spcAft>
                <a:spcPts val="0"/>
              </a:spcAft>
              <a:buSzPts val="1400"/>
              <a:buNone/>
              <a:defRPr>
                <a:latin typeface="Hepta Slab Light"/>
                <a:ea typeface="Hepta Slab Light"/>
                <a:cs typeface="Hepta Slab Light"/>
                <a:sym typeface="Hepta Slab Light"/>
              </a:defRPr>
            </a:lvl9pPr>
          </a:lstStyle>
          <a:p/>
        </p:txBody>
      </p:sp>
      <p:sp>
        <p:nvSpPr>
          <p:cNvPr id="197" name="Google Shape;197;p30"/>
          <p:cNvSpPr txBox="1"/>
          <p:nvPr>
            <p:ph idx="3" type="body"/>
          </p:nvPr>
        </p:nvSpPr>
        <p:spPr>
          <a:xfrm>
            <a:off x="480425" y="534275"/>
            <a:ext cx="4878300" cy="1917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8" name="Google Shape;198;p3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latin typeface="Barlow"/>
                <a:ea typeface="Barlow"/>
                <a:cs typeface="Barlow"/>
                <a:sym typeface="Barlow"/>
              </a:defRPr>
            </a:lvl1pPr>
            <a:lvl2pPr lvl="1" rtl="0">
              <a:buNone/>
              <a:defRPr sz="1100">
                <a:solidFill>
                  <a:schemeClr val="accent3"/>
                </a:solidFill>
                <a:latin typeface="Barlow"/>
                <a:ea typeface="Barlow"/>
                <a:cs typeface="Barlow"/>
                <a:sym typeface="Barlow"/>
              </a:defRPr>
            </a:lvl2pPr>
            <a:lvl3pPr lvl="2" rtl="0">
              <a:buNone/>
              <a:defRPr sz="1100">
                <a:solidFill>
                  <a:schemeClr val="accent3"/>
                </a:solidFill>
                <a:latin typeface="Barlow"/>
                <a:ea typeface="Barlow"/>
                <a:cs typeface="Barlow"/>
                <a:sym typeface="Barlow"/>
              </a:defRPr>
            </a:lvl3pPr>
            <a:lvl4pPr lvl="3" rtl="0">
              <a:buNone/>
              <a:defRPr sz="1100">
                <a:solidFill>
                  <a:schemeClr val="accent3"/>
                </a:solidFill>
                <a:latin typeface="Barlow"/>
                <a:ea typeface="Barlow"/>
                <a:cs typeface="Barlow"/>
                <a:sym typeface="Barlow"/>
              </a:defRPr>
            </a:lvl4pPr>
            <a:lvl5pPr lvl="4" rtl="0">
              <a:buNone/>
              <a:defRPr sz="1100">
                <a:solidFill>
                  <a:schemeClr val="accent3"/>
                </a:solidFill>
                <a:latin typeface="Barlow"/>
                <a:ea typeface="Barlow"/>
                <a:cs typeface="Barlow"/>
                <a:sym typeface="Barlow"/>
              </a:defRPr>
            </a:lvl5pPr>
            <a:lvl6pPr lvl="5" rtl="0">
              <a:buNone/>
              <a:defRPr sz="1100">
                <a:solidFill>
                  <a:schemeClr val="accent3"/>
                </a:solidFill>
                <a:latin typeface="Barlow"/>
                <a:ea typeface="Barlow"/>
                <a:cs typeface="Barlow"/>
                <a:sym typeface="Barlow"/>
              </a:defRPr>
            </a:lvl6pPr>
            <a:lvl7pPr lvl="6" rtl="0">
              <a:buNone/>
              <a:defRPr sz="1100">
                <a:solidFill>
                  <a:schemeClr val="accent3"/>
                </a:solidFill>
                <a:latin typeface="Barlow"/>
                <a:ea typeface="Barlow"/>
                <a:cs typeface="Barlow"/>
                <a:sym typeface="Barlow"/>
              </a:defRPr>
            </a:lvl7pPr>
            <a:lvl8pPr lvl="7" rtl="0">
              <a:buNone/>
              <a:defRPr sz="1100">
                <a:solidFill>
                  <a:schemeClr val="accent3"/>
                </a:solidFill>
                <a:latin typeface="Barlow"/>
                <a:ea typeface="Barlow"/>
                <a:cs typeface="Barlow"/>
                <a:sym typeface="Barlow"/>
              </a:defRPr>
            </a:lvl8pPr>
            <a:lvl9pPr lvl="8" rtl="0">
              <a:buNone/>
              <a:defRPr sz="1100">
                <a:solidFill>
                  <a:schemeClr val="accent3"/>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47">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4">
    <p:bg>
      <p:bgPr>
        <a:solidFill>
          <a:schemeClr val="dk1"/>
        </a:solidFill>
      </p:bgPr>
    </p:bg>
    <p:spTree>
      <p:nvGrpSpPr>
        <p:cNvPr id="199" name="Shape 199"/>
        <p:cNvGrpSpPr/>
        <p:nvPr/>
      </p:nvGrpSpPr>
      <p:grpSpPr>
        <a:xfrm>
          <a:off x="0" y="0"/>
          <a:ext cx="0" cy="0"/>
          <a:chOff x="0" y="0"/>
          <a:chExt cx="0" cy="0"/>
        </a:xfrm>
      </p:grpSpPr>
      <p:sp>
        <p:nvSpPr>
          <p:cNvPr id="200" name="Google Shape;200;p31"/>
          <p:cNvSpPr txBox="1"/>
          <p:nvPr>
            <p:ph type="title"/>
          </p:nvPr>
        </p:nvSpPr>
        <p:spPr>
          <a:xfrm>
            <a:off x="723861" y="1584738"/>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1" name="Google Shape;201;p31"/>
          <p:cNvSpPr txBox="1"/>
          <p:nvPr>
            <p:ph idx="2" type="title"/>
          </p:nvPr>
        </p:nvSpPr>
        <p:spPr>
          <a:xfrm>
            <a:off x="723861" y="239098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2" name="Google Shape;202;p31"/>
          <p:cNvSpPr txBox="1"/>
          <p:nvPr>
            <p:ph idx="3" type="title"/>
          </p:nvPr>
        </p:nvSpPr>
        <p:spPr>
          <a:xfrm>
            <a:off x="723861" y="315793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3" name="Google Shape;203;p31"/>
          <p:cNvSpPr txBox="1"/>
          <p:nvPr>
            <p:ph idx="4" type="title"/>
          </p:nvPr>
        </p:nvSpPr>
        <p:spPr>
          <a:xfrm>
            <a:off x="723861" y="3954905"/>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4" name="Google Shape;204;p31"/>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205" name="Google Shape;205;p31"/>
          <p:cNvSpPr txBox="1"/>
          <p:nvPr>
            <p:ph idx="5" type="body"/>
          </p:nvPr>
        </p:nvSpPr>
        <p:spPr>
          <a:xfrm>
            <a:off x="480425" y="610475"/>
            <a:ext cx="4878300" cy="37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317500" lvl="1" marL="9144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indent="-311150" lvl="2" marL="1371600">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indent="-304800" lvl="3" marL="1828800">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2100" lvl="5" marL="2743200">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indent="-285750" lvl="6" marL="3200400">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indent="-279400" lvl="7" marL="3657600">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indent="-273050" lvl="8" marL="4114800">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p:txBody>
      </p:sp>
      <p:sp>
        <p:nvSpPr>
          <p:cNvPr id="206" name="Google Shape;206;p3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 Thank You">
  <p:cSld name="CUSTOM_13">
    <p:bg>
      <p:bgPr>
        <a:solidFill>
          <a:schemeClr val="lt1"/>
        </a:solidFill>
      </p:bgPr>
    </p:bg>
    <p:spTree>
      <p:nvGrpSpPr>
        <p:cNvPr id="207" name="Shape 207"/>
        <p:cNvGrpSpPr/>
        <p:nvPr/>
      </p:nvGrpSpPr>
      <p:grpSpPr>
        <a:xfrm>
          <a:off x="0" y="0"/>
          <a:ext cx="0" cy="0"/>
          <a:chOff x="0" y="0"/>
          <a:chExt cx="0" cy="0"/>
        </a:xfrm>
      </p:grpSpPr>
      <p:sp>
        <p:nvSpPr>
          <p:cNvPr id="208" name="Google Shape;208;p32"/>
          <p:cNvSpPr txBox="1"/>
          <p:nvPr>
            <p:ph type="title"/>
          </p:nvPr>
        </p:nvSpPr>
        <p:spPr>
          <a:xfrm>
            <a:off x="455221" y="1321125"/>
            <a:ext cx="5094600" cy="1749900"/>
          </a:xfrm>
          <a:prstGeom prst="rect">
            <a:avLst/>
          </a:prstGeom>
          <a:noFill/>
        </p:spPr>
        <p:txBody>
          <a:bodyPr anchorCtr="0" anchor="t" bIns="91425" lIns="91425" spcFirstLastPara="1" rIns="91425" wrap="square" tIns="91425">
            <a:noAutofit/>
          </a:bodyPr>
          <a:lstStyle>
            <a:lvl1pPr lvl="0">
              <a:spcBef>
                <a:spcPts val="0"/>
              </a:spcBef>
              <a:spcAft>
                <a:spcPts val="0"/>
              </a:spcAft>
              <a:buSzPts val="5400"/>
              <a:buNone/>
              <a:defRPr sz="5400"/>
            </a:lvl1pPr>
            <a:lvl2pPr lvl="1">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p:txBody>
      </p:sp>
      <p:sp>
        <p:nvSpPr>
          <p:cNvPr id="209" name="Google Shape;209;p32"/>
          <p:cNvSpPr txBox="1"/>
          <p:nvPr>
            <p:ph idx="1" type="body"/>
          </p:nvPr>
        </p:nvSpPr>
        <p:spPr>
          <a:xfrm>
            <a:off x="567029" y="4500404"/>
            <a:ext cx="1015800" cy="266100"/>
          </a:xfrm>
          <a:prstGeom prst="rect">
            <a:avLst/>
          </a:prstGeom>
          <a:ln cap="flat" cmpd="sng" w="9525">
            <a:solidFill>
              <a:schemeClr val="dk1"/>
            </a:solidFill>
            <a:prstDash val="solid"/>
            <a:round/>
            <a:headEnd len="sm" w="sm" type="none"/>
            <a:tailEnd len="sm" w="sm" type="none"/>
          </a:ln>
        </p:spPr>
        <p:txBody>
          <a:bodyPr anchorCtr="0" anchor="t" bIns="0" lIns="0" spcFirstLastPara="1" rIns="0" wrap="square" tIns="0">
            <a:sp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210" name="Google Shape;210;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TITLE_AND_DESCRIPTION">
    <p:spTree>
      <p:nvGrpSpPr>
        <p:cNvPr id="211" name="Shape 211"/>
        <p:cNvGrpSpPr/>
        <p:nvPr/>
      </p:nvGrpSpPr>
      <p:grpSpPr>
        <a:xfrm>
          <a:off x="0" y="0"/>
          <a:ext cx="0" cy="0"/>
          <a:chOff x="0" y="0"/>
          <a:chExt cx="0" cy="0"/>
        </a:xfrm>
      </p:grpSpPr>
      <p:sp>
        <p:nvSpPr>
          <p:cNvPr id="212" name="Google Shape;212;p33"/>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p:txBody>
      </p:sp>
      <p:sp>
        <p:nvSpPr>
          <p:cNvPr id="213" name="Google Shape;213;p33"/>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12800"/>
              <a:buNone/>
              <a:defRPr sz="12800">
                <a:solidFill>
                  <a:schemeClr val="dk2"/>
                </a:solidFill>
              </a:defRPr>
            </a:lvl1pPr>
            <a:lvl2pPr lvl="1"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p:txBody>
      </p:sp>
      <p:sp>
        <p:nvSpPr>
          <p:cNvPr id="214" name="Google Shape;214;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 Pie Graph">
  <p:cSld name="CAPTION_ONLY">
    <p:bg>
      <p:bgPr>
        <a:solidFill>
          <a:schemeClr val="dk1"/>
        </a:solidFill>
      </p:bgPr>
    </p:bg>
    <p:spTree>
      <p:nvGrpSpPr>
        <p:cNvPr id="215" name="Shape 215"/>
        <p:cNvGrpSpPr/>
        <p:nvPr/>
      </p:nvGrpSpPr>
      <p:grpSpPr>
        <a:xfrm>
          <a:off x="0" y="0"/>
          <a:ext cx="0" cy="0"/>
          <a:chOff x="0" y="0"/>
          <a:chExt cx="0" cy="0"/>
        </a:xfrm>
      </p:grpSpPr>
      <p:sp>
        <p:nvSpPr>
          <p:cNvPr id="216" name="Google Shape;216;p34"/>
          <p:cNvSpPr/>
          <p:nvPr/>
        </p:nvSpPr>
        <p:spPr>
          <a:xfrm>
            <a:off x="0" y="0"/>
            <a:ext cx="9144000" cy="1631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4"/>
          <p:cNvSpPr txBox="1"/>
          <p:nvPr>
            <p:ph idx="1" type="subTitle"/>
          </p:nvPr>
        </p:nvSpPr>
        <p:spPr>
          <a:xfrm>
            <a:off x="791150" y="522625"/>
            <a:ext cx="4977300" cy="1108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8" name="Google Shape;218;p34"/>
          <p:cNvSpPr txBox="1"/>
          <p:nvPr>
            <p:ph idx="2" type="body"/>
          </p:nvPr>
        </p:nvSpPr>
        <p:spPr>
          <a:xfrm>
            <a:off x="714950" y="1989025"/>
            <a:ext cx="2792400" cy="28041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23850" lvl="1" marL="914400">
              <a:spcBef>
                <a:spcPts val="0"/>
              </a:spcBef>
              <a:spcAft>
                <a:spcPts val="0"/>
              </a:spcAft>
              <a:buClr>
                <a:schemeClr val="lt1"/>
              </a:buClr>
              <a:buSzPts val="1500"/>
              <a:buChar char="○"/>
              <a:defRPr sz="1500">
                <a:solidFill>
                  <a:schemeClr val="lt1"/>
                </a:solidFill>
              </a:defRPr>
            </a:lvl2pPr>
            <a:lvl3pPr indent="-323850" lvl="2" marL="1371600">
              <a:spcBef>
                <a:spcPts val="0"/>
              </a:spcBef>
              <a:spcAft>
                <a:spcPts val="0"/>
              </a:spcAft>
              <a:buClr>
                <a:schemeClr val="lt1"/>
              </a:buClr>
              <a:buSzPts val="1500"/>
              <a:buChar char="■"/>
              <a:defRPr sz="1500">
                <a:solidFill>
                  <a:schemeClr val="lt1"/>
                </a:solidFill>
              </a:defRPr>
            </a:lvl3pPr>
            <a:lvl4pPr indent="-323850" lvl="3" marL="1828800">
              <a:spcBef>
                <a:spcPts val="0"/>
              </a:spcBef>
              <a:spcAft>
                <a:spcPts val="0"/>
              </a:spcAft>
              <a:buClr>
                <a:schemeClr val="lt1"/>
              </a:buClr>
              <a:buSzPts val="1500"/>
              <a:buChar char="●"/>
              <a:defRPr sz="1500">
                <a:solidFill>
                  <a:schemeClr val="lt1"/>
                </a:solidFill>
              </a:defRPr>
            </a:lvl4pPr>
            <a:lvl5pPr indent="-323850" lvl="4" marL="2286000">
              <a:spcBef>
                <a:spcPts val="0"/>
              </a:spcBef>
              <a:spcAft>
                <a:spcPts val="0"/>
              </a:spcAft>
              <a:buClr>
                <a:schemeClr val="lt1"/>
              </a:buClr>
              <a:buSzPts val="1500"/>
              <a:buChar char="○"/>
              <a:defRPr sz="1500">
                <a:solidFill>
                  <a:schemeClr val="lt1"/>
                </a:solidFill>
              </a:defRPr>
            </a:lvl5pPr>
            <a:lvl6pPr indent="-323850" lvl="5" marL="2743200">
              <a:spcBef>
                <a:spcPts val="0"/>
              </a:spcBef>
              <a:spcAft>
                <a:spcPts val="0"/>
              </a:spcAft>
              <a:buClr>
                <a:schemeClr val="lt1"/>
              </a:buClr>
              <a:buSzPts val="1500"/>
              <a:buChar char="■"/>
              <a:defRPr sz="1500">
                <a:solidFill>
                  <a:schemeClr val="lt1"/>
                </a:solidFill>
              </a:defRPr>
            </a:lvl6pPr>
            <a:lvl7pPr indent="-323850" lvl="6" marL="3200400">
              <a:spcBef>
                <a:spcPts val="0"/>
              </a:spcBef>
              <a:spcAft>
                <a:spcPts val="0"/>
              </a:spcAft>
              <a:buClr>
                <a:schemeClr val="lt1"/>
              </a:buClr>
              <a:buSzPts val="1500"/>
              <a:buChar char="●"/>
              <a:defRPr sz="1500">
                <a:solidFill>
                  <a:schemeClr val="lt1"/>
                </a:solidFill>
              </a:defRPr>
            </a:lvl7pPr>
            <a:lvl8pPr indent="-323850" lvl="7" marL="3657600">
              <a:spcBef>
                <a:spcPts val="0"/>
              </a:spcBef>
              <a:spcAft>
                <a:spcPts val="0"/>
              </a:spcAft>
              <a:buClr>
                <a:schemeClr val="lt1"/>
              </a:buClr>
              <a:buSzPts val="1500"/>
              <a:buChar char="○"/>
              <a:defRPr sz="1500">
                <a:solidFill>
                  <a:schemeClr val="lt1"/>
                </a:solidFill>
              </a:defRPr>
            </a:lvl8pPr>
            <a:lvl9pPr indent="-323850" lvl="8" marL="4114800">
              <a:spcBef>
                <a:spcPts val="0"/>
              </a:spcBef>
              <a:spcAft>
                <a:spcPts val="0"/>
              </a:spcAft>
              <a:buClr>
                <a:schemeClr val="lt1"/>
              </a:buClr>
              <a:buSzPts val="1500"/>
              <a:buChar char="■"/>
              <a:defRPr sz="1500">
                <a:solidFill>
                  <a:schemeClr val="lt1"/>
                </a:solidFill>
              </a:defRPr>
            </a:lvl9pPr>
          </a:lstStyle>
          <a:p/>
        </p:txBody>
      </p:sp>
      <p:sp>
        <p:nvSpPr>
          <p:cNvPr id="219" name="Google Shape;219;p34"/>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0" name="Google Shape;220;p34"/>
          <p:cNvSpPr/>
          <p:nvPr/>
        </p:nvSpPr>
        <p:spPr>
          <a:xfrm>
            <a:off x="4416275" y="1976923"/>
            <a:ext cx="4045200" cy="2871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4"/>
          <p:cNvSpPr/>
          <p:nvPr/>
        </p:nvSpPr>
        <p:spPr>
          <a:xfrm rot="444408">
            <a:off x="5636457" y="2500588"/>
            <a:ext cx="1505663" cy="1505327"/>
          </a:xfrm>
          <a:prstGeom prst="pie">
            <a:avLst>
              <a:gd fmla="val 8241844" name="adj1"/>
              <a:gd fmla="val 12554936" name="adj2"/>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SzPts val="1100"/>
              <a:buNone/>
            </a:pPr>
            <a:r>
              <a:t/>
            </a:r>
            <a:endParaRPr sz="110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ors / 4 column text">
  <p:cSld name="BIG_NUMBER">
    <p:bg>
      <p:bgPr>
        <a:solidFill>
          <a:schemeClr val="dk1"/>
        </a:solidFill>
      </p:bgPr>
    </p:bg>
    <p:spTree>
      <p:nvGrpSpPr>
        <p:cNvPr id="222" name="Shape 222"/>
        <p:cNvGrpSpPr/>
        <p:nvPr/>
      </p:nvGrpSpPr>
      <p:grpSpPr>
        <a:xfrm>
          <a:off x="0" y="0"/>
          <a:ext cx="0" cy="0"/>
          <a:chOff x="0" y="0"/>
          <a:chExt cx="0" cy="0"/>
        </a:xfrm>
      </p:grpSpPr>
      <p:sp>
        <p:nvSpPr>
          <p:cNvPr id="223" name="Google Shape;223;p35"/>
          <p:cNvSpPr/>
          <p:nvPr/>
        </p:nvSpPr>
        <p:spPr>
          <a:xfrm>
            <a:off x="0" y="1324925"/>
            <a:ext cx="4572000" cy="1910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224" name="Google Shape;224;p35"/>
          <p:cNvSpPr/>
          <p:nvPr/>
        </p:nvSpPr>
        <p:spPr>
          <a:xfrm>
            <a:off x="0" y="3235076"/>
            <a:ext cx="4572000" cy="19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dk2"/>
              </a:solidFill>
            </a:endParaRPr>
          </a:p>
        </p:txBody>
      </p:sp>
      <p:sp>
        <p:nvSpPr>
          <p:cNvPr id="225" name="Google Shape;225;p35"/>
          <p:cNvSpPr/>
          <p:nvPr/>
        </p:nvSpPr>
        <p:spPr>
          <a:xfrm>
            <a:off x="4571892" y="3235076"/>
            <a:ext cx="4572000" cy="19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lt1"/>
              </a:solidFill>
            </a:endParaRPr>
          </a:p>
        </p:txBody>
      </p:sp>
      <p:sp>
        <p:nvSpPr>
          <p:cNvPr id="226" name="Google Shape;226;p35"/>
          <p:cNvSpPr/>
          <p:nvPr/>
        </p:nvSpPr>
        <p:spPr>
          <a:xfrm>
            <a:off x="4571892" y="1324925"/>
            <a:ext cx="4572000" cy="1910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accent5"/>
              </a:solidFill>
            </a:endParaRPr>
          </a:p>
        </p:txBody>
      </p:sp>
      <p:sp>
        <p:nvSpPr>
          <p:cNvPr id="227" name="Google Shape;227;p35"/>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28" name="Google Shape;228;p35"/>
          <p:cNvSpPr txBox="1"/>
          <p:nvPr>
            <p:ph idx="2" type="body"/>
          </p:nvPr>
        </p:nvSpPr>
        <p:spPr>
          <a:xfrm>
            <a:off x="480425" y="610475"/>
            <a:ext cx="4878300" cy="600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29" name="Google Shape;229;p3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spTree>
      <p:nvGrpSpPr>
        <p:cNvPr id="230" name="Shape 230"/>
        <p:cNvGrpSpPr/>
        <p:nvPr/>
      </p:nvGrpSpPr>
      <p:grpSpPr>
        <a:xfrm>
          <a:off x="0" y="0"/>
          <a:ext cx="0" cy="0"/>
          <a:chOff x="0" y="0"/>
          <a:chExt cx="0" cy="0"/>
        </a:xfrm>
      </p:grpSpPr>
      <p:sp>
        <p:nvSpPr>
          <p:cNvPr id="231" name="Google Shape;231;p36"/>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32" name="Google Shape;232;p36"/>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1"/>
              </a:buClr>
              <a:buSzPts val="12800"/>
              <a:buNone/>
              <a:defRPr sz="12800">
                <a:solidFill>
                  <a:schemeClr val="accent1"/>
                </a:solidFill>
              </a:defRPr>
            </a:lvl1pPr>
            <a:lvl2pPr lvl="1"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p:txBody>
      </p:sp>
      <p:sp>
        <p:nvSpPr>
          <p:cNvPr id="233" name="Google Shape;233;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1">
    <p:bg>
      <p:bgPr>
        <a:solidFill>
          <a:schemeClr val="dk1"/>
        </a:solidFill>
      </p:bgPr>
    </p:bg>
    <p:spTree>
      <p:nvGrpSpPr>
        <p:cNvPr id="234" name="Shape 234"/>
        <p:cNvGrpSpPr/>
        <p:nvPr/>
      </p:nvGrpSpPr>
      <p:grpSpPr>
        <a:xfrm>
          <a:off x="0" y="0"/>
          <a:ext cx="0" cy="0"/>
          <a:chOff x="0" y="0"/>
          <a:chExt cx="0" cy="0"/>
        </a:xfrm>
      </p:grpSpPr>
      <p:sp>
        <p:nvSpPr>
          <p:cNvPr id="235" name="Google Shape;235;p37"/>
          <p:cNvSpPr/>
          <p:nvPr/>
        </p:nvSpPr>
        <p:spPr>
          <a:xfrm>
            <a:off x="0" y="0"/>
            <a:ext cx="9144000" cy="1631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7"/>
          <p:cNvSpPr txBox="1"/>
          <p:nvPr>
            <p:ph idx="1" type="subTitle"/>
          </p:nvPr>
        </p:nvSpPr>
        <p:spPr>
          <a:xfrm>
            <a:off x="791150" y="522625"/>
            <a:ext cx="5938800" cy="110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37" name="Google Shape;237;p37"/>
          <p:cNvSpPr txBox="1"/>
          <p:nvPr>
            <p:ph idx="2" type="body"/>
          </p:nvPr>
        </p:nvSpPr>
        <p:spPr>
          <a:xfrm>
            <a:off x="810075" y="2065225"/>
            <a:ext cx="7539900" cy="27774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lt1"/>
              </a:buClr>
              <a:buSzPts val="2800"/>
              <a:buChar char="●"/>
              <a:defRPr sz="2800">
                <a:solidFill>
                  <a:schemeClr val="lt1"/>
                </a:solidFill>
              </a:defRPr>
            </a:lvl1pPr>
            <a:lvl2pPr indent="-406400" lvl="1" marL="914400">
              <a:spcBef>
                <a:spcPts val="0"/>
              </a:spcBef>
              <a:spcAft>
                <a:spcPts val="0"/>
              </a:spcAft>
              <a:buClr>
                <a:schemeClr val="lt1"/>
              </a:buClr>
              <a:buSzPts val="2800"/>
              <a:buChar char="○"/>
              <a:defRPr sz="2800">
                <a:solidFill>
                  <a:schemeClr val="lt1"/>
                </a:solidFill>
              </a:defRPr>
            </a:lvl2pPr>
            <a:lvl3pPr indent="-406400" lvl="2" marL="1371600">
              <a:spcBef>
                <a:spcPts val="0"/>
              </a:spcBef>
              <a:spcAft>
                <a:spcPts val="0"/>
              </a:spcAft>
              <a:buClr>
                <a:schemeClr val="lt1"/>
              </a:buClr>
              <a:buSzPts val="2800"/>
              <a:buChar char="■"/>
              <a:defRPr sz="2800">
                <a:solidFill>
                  <a:schemeClr val="lt1"/>
                </a:solidFill>
              </a:defRPr>
            </a:lvl3pPr>
            <a:lvl4pPr indent="-406400" lvl="3" marL="1828800">
              <a:spcBef>
                <a:spcPts val="0"/>
              </a:spcBef>
              <a:spcAft>
                <a:spcPts val="0"/>
              </a:spcAft>
              <a:buClr>
                <a:schemeClr val="lt1"/>
              </a:buClr>
              <a:buSzPts val="2800"/>
              <a:buChar char="●"/>
              <a:defRPr sz="2800">
                <a:solidFill>
                  <a:schemeClr val="lt1"/>
                </a:solidFill>
              </a:defRPr>
            </a:lvl4pPr>
            <a:lvl5pPr indent="-406400" lvl="4" marL="2286000">
              <a:spcBef>
                <a:spcPts val="0"/>
              </a:spcBef>
              <a:spcAft>
                <a:spcPts val="0"/>
              </a:spcAft>
              <a:buClr>
                <a:schemeClr val="lt1"/>
              </a:buClr>
              <a:buSzPts val="2800"/>
              <a:buChar char="○"/>
              <a:defRPr sz="2800">
                <a:solidFill>
                  <a:schemeClr val="lt1"/>
                </a:solidFill>
              </a:defRPr>
            </a:lvl5pPr>
            <a:lvl6pPr indent="-406400" lvl="5" marL="2743200">
              <a:spcBef>
                <a:spcPts val="0"/>
              </a:spcBef>
              <a:spcAft>
                <a:spcPts val="0"/>
              </a:spcAft>
              <a:buClr>
                <a:schemeClr val="lt1"/>
              </a:buClr>
              <a:buSzPts val="2800"/>
              <a:buChar char="■"/>
              <a:defRPr sz="2800">
                <a:solidFill>
                  <a:schemeClr val="lt1"/>
                </a:solidFill>
              </a:defRPr>
            </a:lvl6pPr>
            <a:lvl7pPr indent="-406400" lvl="6" marL="3200400">
              <a:spcBef>
                <a:spcPts val="0"/>
              </a:spcBef>
              <a:spcAft>
                <a:spcPts val="0"/>
              </a:spcAft>
              <a:buClr>
                <a:schemeClr val="lt1"/>
              </a:buClr>
              <a:buSzPts val="2800"/>
              <a:buChar char="●"/>
              <a:defRPr sz="2800">
                <a:solidFill>
                  <a:schemeClr val="lt1"/>
                </a:solidFill>
              </a:defRPr>
            </a:lvl7pPr>
            <a:lvl8pPr indent="-406400" lvl="7" marL="3657600">
              <a:spcBef>
                <a:spcPts val="0"/>
              </a:spcBef>
              <a:spcAft>
                <a:spcPts val="0"/>
              </a:spcAft>
              <a:buClr>
                <a:schemeClr val="lt1"/>
              </a:buClr>
              <a:buSzPts val="2800"/>
              <a:buChar char="○"/>
              <a:defRPr sz="2800">
                <a:solidFill>
                  <a:schemeClr val="lt1"/>
                </a:solidFill>
              </a:defRPr>
            </a:lvl8pPr>
            <a:lvl9pPr indent="-406400" lvl="8" marL="4114800">
              <a:spcBef>
                <a:spcPts val="0"/>
              </a:spcBef>
              <a:spcAft>
                <a:spcPts val="0"/>
              </a:spcAft>
              <a:buClr>
                <a:schemeClr val="lt1"/>
              </a:buClr>
              <a:buSzPts val="2800"/>
              <a:buChar char="■"/>
              <a:defRPr sz="2800">
                <a:solidFill>
                  <a:schemeClr val="lt1"/>
                </a:solidFill>
              </a:defRPr>
            </a:lvl9pPr>
          </a:lstStyle>
          <a:p/>
        </p:txBody>
      </p:sp>
      <p:sp>
        <p:nvSpPr>
          <p:cNvPr id="238" name="Google Shape;238;p3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ackground Image + Text">
  <p:cSld name="CUSTOM">
    <p:spTree>
      <p:nvGrpSpPr>
        <p:cNvPr id="239" name="Shape 239"/>
        <p:cNvGrpSpPr/>
        <p:nvPr/>
      </p:nvGrpSpPr>
      <p:grpSpPr>
        <a:xfrm>
          <a:off x="0" y="0"/>
          <a:ext cx="0" cy="0"/>
          <a:chOff x="0" y="0"/>
          <a:chExt cx="0" cy="0"/>
        </a:xfrm>
      </p:grpSpPr>
      <p:sp>
        <p:nvSpPr>
          <p:cNvPr id="240" name="Google Shape;240;p38"/>
          <p:cNvSpPr/>
          <p:nvPr>
            <p:ph idx="2" type="pic"/>
          </p:nvPr>
        </p:nvSpPr>
        <p:spPr>
          <a:xfrm>
            <a:off x="0" y="0"/>
            <a:ext cx="9144000" cy="5143500"/>
          </a:xfrm>
          <a:prstGeom prst="rect">
            <a:avLst/>
          </a:prstGeom>
          <a:noFill/>
          <a:ln>
            <a:noFill/>
          </a:ln>
        </p:spPr>
      </p:sp>
      <p:sp>
        <p:nvSpPr>
          <p:cNvPr id="241" name="Google Shape;241;p38"/>
          <p:cNvSpPr txBox="1"/>
          <p:nvPr>
            <p:ph idx="1" type="body"/>
          </p:nvPr>
        </p:nvSpPr>
        <p:spPr>
          <a:xfrm>
            <a:off x="4655675" y="956675"/>
            <a:ext cx="3965400" cy="775200"/>
          </a:xfrm>
          <a:prstGeom prst="rect">
            <a:avLst/>
          </a:prstGeom>
          <a:solidFill>
            <a:schemeClr val="lt1"/>
          </a:solidFill>
        </p:spPr>
        <p:txBody>
          <a:bodyPr anchorCtr="0" anchor="t" bIns="274300" lIns="274300" spcFirstLastPara="1" rIns="274300" wrap="square" tIns="0">
            <a:noAutofit/>
          </a:bodyPr>
          <a:lstStyle>
            <a:lvl1pPr indent="-298450" lvl="0" marL="457200">
              <a:spcBef>
                <a:spcPts val="0"/>
              </a:spcBef>
              <a:spcAft>
                <a:spcPts val="0"/>
              </a:spcAft>
              <a:buClr>
                <a:schemeClr val="dk1"/>
              </a:buClr>
              <a:buSzPts val="1100"/>
              <a:buFont typeface="Barlow"/>
              <a:buChar char="●"/>
              <a:defRPr sz="1100">
                <a:latin typeface="Barlow"/>
                <a:ea typeface="Barlow"/>
                <a:cs typeface="Barlow"/>
                <a:sym typeface="Barlow"/>
              </a:defRPr>
            </a:lvl1pPr>
            <a:lvl2pPr indent="-298450" lvl="1" marL="914400">
              <a:spcBef>
                <a:spcPts val="0"/>
              </a:spcBef>
              <a:spcAft>
                <a:spcPts val="0"/>
              </a:spcAft>
              <a:buClr>
                <a:schemeClr val="dk1"/>
              </a:buClr>
              <a:buSzPts val="1100"/>
              <a:buFont typeface="Barlow"/>
              <a:buChar char="○"/>
              <a:defRPr sz="1100">
                <a:latin typeface="Barlow"/>
                <a:ea typeface="Barlow"/>
                <a:cs typeface="Barlow"/>
                <a:sym typeface="Barlow"/>
              </a:defRPr>
            </a:lvl2pPr>
            <a:lvl3pPr indent="-298450" lvl="2" marL="1371600">
              <a:spcBef>
                <a:spcPts val="0"/>
              </a:spcBef>
              <a:spcAft>
                <a:spcPts val="0"/>
              </a:spcAft>
              <a:buClr>
                <a:schemeClr val="dk1"/>
              </a:buClr>
              <a:buSzPts val="1100"/>
              <a:buFont typeface="Barlow"/>
              <a:buChar char="■"/>
              <a:defRPr sz="1100">
                <a:latin typeface="Barlow"/>
                <a:ea typeface="Barlow"/>
                <a:cs typeface="Barlow"/>
                <a:sym typeface="Barlow"/>
              </a:defRPr>
            </a:lvl3pPr>
            <a:lvl4pPr indent="-298450" lvl="3" marL="1828800">
              <a:spcBef>
                <a:spcPts val="0"/>
              </a:spcBef>
              <a:spcAft>
                <a:spcPts val="0"/>
              </a:spcAft>
              <a:buClr>
                <a:schemeClr val="dk1"/>
              </a:buClr>
              <a:buSzPts val="1100"/>
              <a:buFont typeface="Barlow"/>
              <a:buChar char="●"/>
              <a:defRPr sz="1100">
                <a:latin typeface="Barlow"/>
                <a:ea typeface="Barlow"/>
                <a:cs typeface="Barlow"/>
                <a:sym typeface="Barlow"/>
              </a:defRPr>
            </a:lvl4pPr>
            <a:lvl5pPr indent="-298450" lvl="4" marL="2286000">
              <a:spcBef>
                <a:spcPts val="0"/>
              </a:spcBef>
              <a:spcAft>
                <a:spcPts val="0"/>
              </a:spcAft>
              <a:buClr>
                <a:schemeClr val="dk1"/>
              </a:buClr>
              <a:buSzPts val="1100"/>
              <a:buFont typeface="Barlow"/>
              <a:buChar char="○"/>
              <a:defRPr>
                <a:latin typeface="Barlow"/>
                <a:ea typeface="Barlow"/>
                <a:cs typeface="Barlow"/>
                <a:sym typeface="Barlow"/>
              </a:defRPr>
            </a:lvl5pPr>
            <a:lvl6pPr indent="-298450" lvl="5" marL="2743200">
              <a:spcBef>
                <a:spcPts val="0"/>
              </a:spcBef>
              <a:spcAft>
                <a:spcPts val="0"/>
              </a:spcAft>
              <a:buClr>
                <a:schemeClr val="dk1"/>
              </a:buClr>
              <a:buSzPts val="1100"/>
              <a:buFont typeface="Barlow"/>
              <a:buChar char="■"/>
              <a:defRPr sz="1100">
                <a:latin typeface="Barlow"/>
                <a:ea typeface="Barlow"/>
                <a:cs typeface="Barlow"/>
                <a:sym typeface="Barlow"/>
              </a:defRPr>
            </a:lvl6pPr>
            <a:lvl7pPr indent="-298450" lvl="6" marL="3200400">
              <a:spcBef>
                <a:spcPts val="0"/>
              </a:spcBef>
              <a:spcAft>
                <a:spcPts val="0"/>
              </a:spcAft>
              <a:buClr>
                <a:schemeClr val="dk1"/>
              </a:buClr>
              <a:buSzPts val="1100"/>
              <a:buFont typeface="Barlow"/>
              <a:buChar char="●"/>
              <a:defRPr sz="1100">
                <a:latin typeface="Barlow"/>
                <a:ea typeface="Barlow"/>
                <a:cs typeface="Barlow"/>
                <a:sym typeface="Barlow"/>
              </a:defRPr>
            </a:lvl7pPr>
            <a:lvl8pPr indent="-298450" lvl="7" marL="3657600">
              <a:spcBef>
                <a:spcPts val="0"/>
              </a:spcBef>
              <a:spcAft>
                <a:spcPts val="0"/>
              </a:spcAft>
              <a:buClr>
                <a:schemeClr val="dk1"/>
              </a:buClr>
              <a:buSzPts val="1100"/>
              <a:buFont typeface="Barlow"/>
              <a:buChar char="○"/>
              <a:defRPr sz="1100">
                <a:latin typeface="Barlow"/>
                <a:ea typeface="Barlow"/>
                <a:cs typeface="Barlow"/>
                <a:sym typeface="Barlow"/>
              </a:defRPr>
            </a:lvl8pPr>
            <a:lvl9pPr indent="-298450" lvl="8" marL="4114800">
              <a:spcBef>
                <a:spcPts val="0"/>
              </a:spcBef>
              <a:spcAft>
                <a:spcPts val="0"/>
              </a:spcAft>
              <a:buClr>
                <a:schemeClr val="dk1"/>
              </a:buClr>
              <a:buSzPts val="1100"/>
              <a:buFont typeface="Barlow"/>
              <a:buChar char="■"/>
              <a:defRPr sz="1100">
                <a:latin typeface="Barlow"/>
                <a:ea typeface="Barlow"/>
                <a:cs typeface="Barlow"/>
                <a:sym typeface="Barlow"/>
              </a:defRPr>
            </a:lvl9pPr>
          </a:lstStyle>
          <a:p/>
        </p:txBody>
      </p:sp>
      <p:sp>
        <p:nvSpPr>
          <p:cNvPr id="242" name="Google Shape;242;p38"/>
          <p:cNvSpPr txBox="1"/>
          <p:nvPr>
            <p:ph idx="3" type="subTitle"/>
          </p:nvPr>
        </p:nvSpPr>
        <p:spPr>
          <a:xfrm>
            <a:off x="4655675" y="522900"/>
            <a:ext cx="3965400" cy="442800"/>
          </a:xfrm>
          <a:prstGeom prst="rect">
            <a:avLst/>
          </a:prstGeom>
          <a:solidFill>
            <a:schemeClr val="lt1"/>
          </a:solidFill>
        </p:spPr>
        <p:txBody>
          <a:bodyPr anchorCtr="0" anchor="b" bIns="0" lIns="274300" spcFirstLastPara="1" rIns="274300" wrap="square" tIns="27430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43" name="Google Shape;243;p38"/>
          <p:cNvSpPr txBox="1"/>
          <p:nvPr>
            <p:ph idx="4" type="body"/>
          </p:nvPr>
        </p:nvSpPr>
        <p:spPr>
          <a:xfrm>
            <a:off x="524350" y="4144800"/>
            <a:ext cx="1558800" cy="475800"/>
          </a:xfrm>
          <a:prstGeom prst="rect">
            <a:avLst/>
          </a:prstGeom>
          <a:solidFill>
            <a:schemeClr val="lt1"/>
          </a:solidFill>
        </p:spPr>
        <p:txBody>
          <a:bodyPr anchorCtr="0" anchor="t" bIns="137150" lIns="137150" spcFirstLastPara="1" rIns="137150" wrap="square" tIns="137150">
            <a:noAutofit/>
          </a:bodyPr>
          <a:lstStyle>
            <a:lvl1pPr indent="-273050" lvl="0" marL="457200">
              <a:spcBef>
                <a:spcPts val="0"/>
              </a:spcBef>
              <a:spcAft>
                <a:spcPts val="0"/>
              </a:spcAft>
              <a:buClr>
                <a:schemeClr val="dk1"/>
              </a:buClr>
              <a:buSzPts val="700"/>
              <a:buFont typeface="Barlow"/>
              <a:buChar char="●"/>
              <a:defRPr sz="700">
                <a:latin typeface="Barlow"/>
                <a:ea typeface="Barlow"/>
                <a:cs typeface="Barlow"/>
                <a:sym typeface="Barlow"/>
              </a:defRPr>
            </a:lvl1pPr>
            <a:lvl2pPr indent="-273050" lvl="1" marL="914400">
              <a:spcBef>
                <a:spcPts val="0"/>
              </a:spcBef>
              <a:spcAft>
                <a:spcPts val="0"/>
              </a:spcAft>
              <a:buClr>
                <a:schemeClr val="dk1"/>
              </a:buClr>
              <a:buSzPts val="700"/>
              <a:buFont typeface="Barlow"/>
              <a:buChar char="○"/>
              <a:defRPr sz="700">
                <a:latin typeface="Barlow"/>
                <a:ea typeface="Barlow"/>
                <a:cs typeface="Barlow"/>
                <a:sym typeface="Barlow"/>
              </a:defRPr>
            </a:lvl2pPr>
            <a:lvl3pPr indent="-273050" lvl="2" marL="1371600">
              <a:spcBef>
                <a:spcPts val="0"/>
              </a:spcBef>
              <a:spcAft>
                <a:spcPts val="0"/>
              </a:spcAft>
              <a:buClr>
                <a:schemeClr val="dk1"/>
              </a:buClr>
              <a:buSzPts val="700"/>
              <a:buFont typeface="Barlow"/>
              <a:buChar char="■"/>
              <a:defRPr sz="700">
                <a:latin typeface="Barlow"/>
                <a:ea typeface="Barlow"/>
                <a:cs typeface="Barlow"/>
                <a:sym typeface="Barlow"/>
              </a:defRPr>
            </a:lvl3pPr>
            <a:lvl4pPr indent="-273050" lvl="3" marL="1828800">
              <a:spcBef>
                <a:spcPts val="0"/>
              </a:spcBef>
              <a:spcAft>
                <a:spcPts val="0"/>
              </a:spcAft>
              <a:buClr>
                <a:schemeClr val="dk1"/>
              </a:buClr>
              <a:buSzPts val="700"/>
              <a:buFont typeface="Barlow"/>
              <a:buChar char="●"/>
              <a:defRPr sz="700">
                <a:latin typeface="Barlow"/>
                <a:ea typeface="Barlow"/>
                <a:cs typeface="Barlow"/>
                <a:sym typeface="Barlow"/>
              </a:defRPr>
            </a:lvl4pPr>
            <a:lvl5pPr indent="-273050" lvl="4" marL="2286000">
              <a:spcBef>
                <a:spcPts val="0"/>
              </a:spcBef>
              <a:spcAft>
                <a:spcPts val="0"/>
              </a:spcAft>
              <a:buClr>
                <a:schemeClr val="dk1"/>
              </a:buClr>
              <a:buSzPts val="700"/>
              <a:buFont typeface="Barlow"/>
              <a:buChar char="○"/>
              <a:defRPr sz="700">
                <a:latin typeface="Barlow"/>
                <a:ea typeface="Barlow"/>
                <a:cs typeface="Barlow"/>
                <a:sym typeface="Barlow"/>
              </a:defRPr>
            </a:lvl5pPr>
            <a:lvl6pPr indent="-273050" lvl="5" marL="2743200">
              <a:spcBef>
                <a:spcPts val="0"/>
              </a:spcBef>
              <a:spcAft>
                <a:spcPts val="0"/>
              </a:spcAft>
              <a:buClr>
                <a:schemeClr val="dk1"/>
              </a:buClr>
              <a:buSzPts val="700"/>
              <a:buFont typeface="Barlow"/>
              <a:buChar char="■"/>
              <a:defRPr sz="700">
                <a:latin typeface="Barlow"/>
                <a:ea typeface="Barlow"/>
                <a:cs typeface="Barlow"/>
                <a:sym typeface="Barlow"/>
              </a:defRPr>
            </a:lvl6pPr>
            <a:lvl7pPr indent="-273050" lvl="6" marL="3200400">
              <a:spcBef>
                <a:spcPts val="0"/>
              </a:spcBef>
              <a:spcAft>
                <a:spcPts val="0"/>
              </a:spcAft>
              <a:buClr>
                <a:schemeClr val="dk1"/>
              </a:buClr>
              <a:buSzPts val="700"/>
              <a:buFont typeface="Barlow"/>
              <a:buChar char="●"/>
              <a:defRPr sz="700">
                <a:latin typeface="Barlow"/>
                <a:ea typeface="Barlow"/>
                <a:cs typeface="Barlow"/>
                <a:sym typeface="Barlow"/>
              </a:defRPr>
            </a:lvl7pPr>
            <a:lvl8pPr indent="-273050" lvl="7" marL="3657600">
              <a:spcBef>
                <a:spcPts val="0"/>
              </a:spcBef>
              <a:spcAft>
                <a:spcPts val="0"/>
              </a:spcAft>
              <a:buClr>
                <a:schemeClr val="dk1"/>
              </a:buClr>
              <a:buSzPts val="700"/>
              <a:buFont typeface="Barlow"/>
              <a:buChar char="○"/>
              <a:defRPr sz="700">
                <a:latin typeface="Barlow"/>
                <a:ea typeface="Barlow"/>
                <a:cs typeface="Barlow"/>
                <a:sym typeface="Barlow"/>
              </a:defRPr>
            </a:lvl8pPr>
            <a:lvl9pPr indent="-273050" lvl="8" marL="4114800">
              <a:spcBef>
                <a:spcPts val="0"/>
              </a:spcBef>
              <a:spcAft>
                <a:spcPts val="0"/>
              </a:spcAft>
              <a:buClr>
                <a:schemeClr val="dk1"/>
              </a:buClr>
              <a:buSzPts val="700"/>
              <a:buFont typeface="Barlow"/>
              <a:buChar char="■"/>
              <a:defRPr sz="700">
                <a:latin typeface="Barlow"/>
                <a:ea typeface="Barlow"/>
                <a:cs typeface="Barlow"/>
                <a:sym typeface="Barlow"/>
              </a:defRPr>
            </a:lvl9pPr>
          </a:lstStyle>
          <a:p/>
        </p:txBody>
      </p:sp>
      <p:sp>
        <p:nvSpPr>
          <p:cNvPr id="244" name="Google Shape;244;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a:ea typeface="Barlow"/>
                <a:cs typeface="Barlow"/>
                <a:sym typeface="Barlow"/>
              </a:defRPr>
            </a:lvl1pPr>
            <a:lvl2pPr lvl="1">
              <a:buNone/>
              <a:defRPr>
                <a:latin typeface="Barlow"/>
                <a:ea typeface="Barlow"/>
                <a:cs typeface="Barlow"/>
                <a:sym typeface="Barlow"/>
              </a:defRPr>
            </a:lvl2pPr>
            <a:lvl3pPr lvl="2">
              <a:buNone/>
              <a:defRPr>
                <a:latin typeface="Barlow"/>
                <a:ea typeface="Barlow"/>
                <a:cs typeface="Barlow"/>
                <a:sym typeface="Barlow"/>
              </a:defRPr>
            </a:lvl3pPr>
            <a:lvl4pPr lvl="3">
              <a:buNone/>
              <a:defRPr>
                <a:latin typeface="Barlow"/>
                <a:ea typeface="Barlow"/>
                <a:cs typeface="Barlow"/>
                <a:sym typeface="Barlow"/>
              </a:defRPr>
            </a:lvl4pPr>
            <a:lvl5pPr lvl="4">
              <a:buNone/>
              <a:defRPr>
                <a:latin typeface="Barlow"/>
                <a:ea typeface="Barlow"/>
                <a:cs typeface="Barlow"/>
                <a:sym typeface="Barlow"/>
              </a:defRPr>
            </a:lvl5pPr>
            <a:lvl6pPr lvl="5">
              <a:buNone/>
              <a:defRPr>
                <a:latin typeface="Barlow"/>
                <a:ea typeface="Barlow"/>
                <a:cs typeface="Barlow"/>
                <a:sym typeface="Barlow"/>
              </a:defRPr>
            </a:lvl6pPr>
            <a:lvl7pPr lvl="6">
              <a:buNone/>
              <a:defRPr>
                <a:latin typeface="Barlow"/>
                <a:ea typeface="Barlow"/>
                <a:cs typeface="Barlow"/>
                <a:sym typeface="Barlow"/>
              </a:defRPr>
            </a:lvl7pPr>
            <a:lvl8pPr lvl="7">
              <a:buNone/>
              <a:defRPr>
                <a:latin typeface="Barlow"/>
                <a:ea typeface="Barlow"/>
                <a:cs typeface="Barlow"/>
                <a:sym typeface="Barlow"/>
              </a:defRPr>
            </a:lvl8pPr>
            <a:lvl9pPr lvl="8">
              <a:buNone/>
              <a:defRPr>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p:cSld name="CUSTOM_1">
    <p:bg>
      <p:bgPr>
        <a:solidFill>
          <a:schemeClr val="lt2"/>
        </a:solidFill>
      </p:bgPr>
    </p:bg>
    <p:spTree>
      <p:nvGrpSpPr>
        <p:cNvPr id="245" name="Shape 245"/>
        <p:cNvGrpSpPr/>
        <p:nvPr/>
      </p:nvGrpSpPr>
      <p:grpSpPr>
        <a:xfrm>
          <a:off x="0" y="0"/>
          <a:ext cx="0" cy="0"/>
          <a:chOff x="0" y="0"/>
          <a:chExt cx="0" cy="0"/>
        </a:xfrm>
      </p:grpSpPr>
      <p:sp>
        <p:nvSpPr>
          <p:cNvPr id="246" name="Google Shape;246;p39"/>
          <p:cNvSpPr/>
          <p:nvPr>
            <p:ph idx="2" type="pic"/>
          </p:nvPr>
        </p:nvSpPr>
        <p:spPr>
          <a:xfrm>
            <a:off x="5485725" y="523025"/>
            <a:ext cx="3135300" cy="4097700"/>
          </a:xfrm>
          <a:prstGeom prst="roundRect">
            <a:avLst>
              <a:gd fmla="val 16667" name="adj"/>
            </a:avLst>
          </a:prstGeom>
          <a:noFill/>
          <a:ln>
            <a:noFill/>
          </a:ln>
        </p:spPr>
      </p:sp>
      <p:sp>
        <p:nvSpPr>
          <p:cNvPr id="247" name="Google Shape;247;p39"/>
          <p:cNvSpPr txBox="1"/>
          <p:nvPr>
            <p:ph type="title"/>
          </p:nvPr>
        </p:nvSpPr>
        <p:spPr>
          <a:xfrm>
            <a:off x="591441" y="391675"/>
            <a:ext cx="4397400" cy="3178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48" name="Google Shape;248;p39"/>
          <p:cNvSpPr txBox="1"/>
          <p:nvPr>
            <p:ph idx="1" type="body"/>
          </p:nvPr>
        </p:nvSpPr>
        <p:spPr>
          <a:xfrm>
            <a:off x="638750" y="4413181"/>
            <a:ext cx="5537100" cy="310500"/>
          </a:xfrm>
          <a:prstGeom prst="rect">
            <a:avLst/>
          </a:prstGeom>
        </p:spPr>
        <p:txBody>
          <a:bodyPr anchorCtr="0" anchor="b" bIns="91425" lIns="91425" spcFirstLastPara="1" rIns="91425" wrap="square" tIns="91425">
            <a:noAutofit/>
          </a:bodyPr>
          <a:lstStyle>
            <a:lvl1pPr indent="-298450" lvl="0" marL="457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indent="-298450" lvl="1" marL="914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indent="-298450" lvl="2" marL="1371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indent="-298450" lvl="3" marL="1828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indent="-298450" lvl="4" marL="2286000">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indent="-298450" lvl="5" marL="2743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indent="-298450" lvl="6" marL="3200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indent="-298450" lvl="7" marL="3657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indent="-298450" lvl="8" marL="4114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p:txBody>
      </p:sp>
      <p:sp>
        <p:nvSpPr>
          <p:cNvPr id="249" name="Google Shape;249;p3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 5 Images">
  <p:cSld name="CUSTOM_2">
    <p:bg>
      <p:bgPr>
        <a:solidFill>
          <a:schemeClr val="dk1"/>
        </a:solidFill>
      </p:bgPr>
    </p:bg>
    <p:spTree>
      <p:nvGrpSpPr>
        <p:cNvPr id="250" name="Shape 250"/>
        <p:cNvGrpSpPr/>
        <p:nvPr/>
      </p:nvGrpSpPr>
      <p:grpSpPr>
        <a:xfrm>
          <a:off x="0" y="0"/>
          <a:ext cx="0" cy="0"/>
          <a:chOff x="0" y="0"/>
          <a:chExt cx="0" cy="0"/>
        </a:xfrm>
      </p:grpSpPr>
      <p:sp>
        <p:nvSpPr>
          <p:cNvPr id="251" name="Google Shape;251;p40"/>
          <p:cNvSpPr txBox="1"/>
          <p:nvPr>
            <p:ph idx="1" type="body"/>
          </p:nvPr>
        </p:nvSpPr>
        <p:spPr>
          <a:xfrm>
            <a:off x="5481425"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2" name="Google Shape;252;p40"/>
          <p:cNvSpPr txBox="1"/>
          <p:nvPr>
            <p:ph idx="2" type="body"/>
          </p:nvPr>
        </p:nvSpPr>
        <p:spPr>
          <a:xfrm>
            <a:off x="3918400" y="27157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3" name="Google Shape;253;p40"/>
          <p:cNvSpPr txBox="1"/>
          <p:nvPr>
            <p:ph idx="3" type="body"/>
          </p:nvPr>
        </p:nvSpPr>
        <p:spPr>
          <a:xfrm>
            <a:off x="2349550"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4" name="Google Shape;254;p40"/>
          <p:cNvSpPr txBox="1"/>
          <p:nvPr>
            <p:ph idx="4"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55" name="Google Shape;255;p40"/>
          <p:cNvSpPr txBox="1"/>
          <p:nvPr>
            <p:ph idx="5"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6" name="Google Shape;256;p40"/>
          <p:cNvSpPr txBox="1"/>
          <p:nvPr>
            <p:ph idx="6" type="body"/>
          </p:nvPr>
        </p:nvSpPr>
        <p:spPr>
          <a:xfrm>
            <a:off x="70444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257" name="Google Shape;257;p40"/>
          <p:cNvCxnSpPr/>
          <p:nvPr/>
        </p:nvCxnSpPr>
        <p:spPr>
          <a:xfrm rot="10800000">
            <a:off x="827250" y="1481375"/>
            <a:ext cx="7489500" cy="0"/>
          </a:xfrm>
          <a:prstGeom prst="straightConnector1">
            <a:avLst/>
          </a:prstGeom>
          <a:noFill/>
          <a:ln cap="flat" cmpd="sng" w="19050">
            <a:solidFill>
              <a:schemeClr val="accent1"/>
            </a:solidFill>
            <a:prstDash val="solid"/>
            <a:round/>
            <a:headEnd len="med" w="med" type="none"/>
            <a:tailEnd len="med" w="med" type="none"/>
          </a:ln>
        </p:spPr>
      </p:cxnSp>
      <p:sp>
        <p:nvSpPr>
          <p:cNvPr id="258" name="Google Shape;258;p40"/>
          <p:cNvSpPr/>
          <p:nvPr>
            <p:ph idx="7" type="pic"/>
          </p:nvPr>
        </p:nvSpPr>
        <p:spPr>
          <a:xfrm>
            <a:off x="7049625" y="523025"/>
            <a:ext cx="1305900" cy="1918500"/>
          </a:xfrm>
          <a:prstGeom prst="roundRect">
            <a:avLst>
              <a:gd fmla="val 16667" name="adj"/>
            </a:avLst>
          </a:prstGeom>
          <a:noFill/>
          <a:ln>
            <a:noFill/>
          </a:ln>
        </p:spPr>
      </p:sp>
      <p:sp>
        <p:nvSpPr>
          <p:cNvPr id="259" name="Google Shape;259;p40"/>
          <p:cNvSpPr/>
          <p:nvPr>
            <p:ph idx="8" type="pic"/>
          </p:nvPr>
        </p:nvSpPr>
        <p:spPr>
          <a:xfrm>
            <a:off x="784775" y="522100"/>
            <a:ext cx="1305900" cy="1918500"/>
          </a:xfrm>
          <a:prstGeom prst="roundRect">
            <a:avLst>
              <a:gd fmla="val 16667" name="adj"/>
            </a:avLst>
          </a:prstGeom>
          <a:noFill/>
          <a:ln>
            <a:noFill/>
          </a:ln>
        </p:spPr>
      </p:sp>
      <p:sp>
        <p:nvSpPr>
          <p:cNvPr id="260" name="Google Shape;260;p40"/>
          <p:cNvSpPr/>
          <p:nvPr>
            <p:ph idx="9" type="pic"/>
          </p:nvPr>
        </p:nvSpPr>
        <p:spPr>
          <a:xfrm>
            <a:off x="2343950" y="523500"/>
            <a:ext cx="1305900" cy="1918500"/>
          </a:xfrm>
          <a:prstGeom prst="roundRect">
            <a:avLst>
              <a:gd fmla="val 16667" name="adj"/>
            </a:avLst>
          </a:prstGeom>
          <a:noFill/>
          <a:ln>
            <a:noFill/>
          </a:ln>
        </p:spPr>
      </p:sp>
      <p:sp>
        <p:nvSpPr>
          <p:cNvPr id="261" name="Google Shape;261;p40"/>
          <p:cNvSpPr/>
          <p:nvPr>
            <p:ph idx="13" type="pic"/>
          </p:nvPr>
        </p:nvSpPr>
        <p:spPr>
          <a:xfrm>
            <a:off x="3915213" y="523500"/>
            <a:ext cx="1305900" cy="1918500"/>
          </a:xfrm>
          <a:prstGeom prst="roundRect">
            <a:avLst>
              <a:gd fmla="val 16667" name="adj"/>
            </a:avLst>
          </a:prstGeom>
          <a:noFill/>
          <a:ln>
            <a:noFill/>
          </a:ln>
        </p:spPr>
      </p:sp>
      <p:sp>
        <p:nvSpPr>
          <p:cNvPr id="262" name="Google Shape;262;p40"/>
          <p:cNvSpPr/>
          <p:nvPr>
            <p:ph idx="14" type="pic"/>
          </p:nvPr>
        </p:nvSpPr>
        <p:spPr>
          <a:xfrm>
            <a:off x="5490975" y="523500"/>
            <a:ext cx="1305900" cy="1918500"/>
          </a:xfrm>
          <a:prstGeom prst="roundRect">
            <a:avLst>
              <a:gd fmla="val 16667" name="adj"/>
            </a:avLst>
          </a:prstGeom>
          <a:noFill/>
          <a:ln>
            <a:noFill/>
          </a:ln>
        </p:spPr>
      </p:sp>
      <p:sp>
        <p:nvSpPr>
          <p:cNvPr id="263" name="Google Shape;263;p40"/>
          <p:cNvSpPr txBox="1"/>
          <p:nvPr>
            <p:ph idx="15"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64" name="Google Shape;264;p40"/>
          <p:cNvSpPr txBox="1"/>
          <p:nvPr>
            <p:ph idx="16"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65" name="Google Shape;265;p40"/>
          <p:cNvSpPr txBox="1"/>
          <p:nvPr>
            <p:ph idx="17"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6" name="Google Shape;266;p40"/>
          <p:cNvSpPr txBox="1"/>
          <p:nvPr>
            <p:ph idx="18" type="body"/>
          </p:nvPr>
        </p:nvSpPr>
        <p:spPr>
          <a:xfrm>
            <a:off x="391548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7" name="Google Shape;267;p40"/>
          <p:cNvSpPr txBox="1"/>
          <p:nvPr>
            <p:ph idx="19" type="body"/>
          </p:nvPr>
        </p:nvSpPr>
        <p:spPr>
          <a:xfrm>
            <a:off x="5479963"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8" name="Google Shape;268;p40"/>
          <p:cNvSpPr txBox="1"/>
          <p:nvPr>
            <p:ph idx="20" type="body"/>
          </p:nvPr>
        </p:nvSpPr>
        <p:spPr>
          <a:xfrm>
            <a:off x="704733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9" name="Google Shape;269;p4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Canvas / Line Graph">
  <p:cSld name="CUSTOM_3">
    <p:bg>
      <p:bgPr>
        <a:solidFill>
          <a:schemeClr val="dk1"/>
        </a:solidFill>
      </p:bgPr>
    </p:bg>
    <p:spTree>
      <p:nvGrpSpPr>
        <p:cNvPr id="270" name="Shape 270"/>
        <p:cNvGrpSpPr/>
        <p:nvPr/>
      </p:nvGrpSpPr>
      <p:grpSpPr>
        <a:xfrm>
          <a:off x="0" y="0"/>
          <a:ext cx="0" cy="0"/>
          <a:chOff x="0" y="0"/>
          <a:chExt cx="0" cy="0"/>
        </a:xfrm>
      </p:grpSpPr>
      <p:sp>
        <p:nvSpPr>
          <p:cNvPr id="271" name="Google Shape;271;p41"/>
          <p:cNvSpPr txBox="1"/>
          <p:nvPr>
            <p:ph idx="1" type="body"/>
          </p:nvPr>
        </p:nvSpPr>
        <p:spPr>
          <a:xfrm>
            <a:off x="3917825" y="4024920"/>
            <a:ext cx="44412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72" name="Google Shape;272;p41"/>
          <p:cNvSpPr txBox="1"/>
          <p:nvPr>
            <p:ph idx="2" type="subTitle"/>
          </p:nvPr>
        </p:nvSpPr>
        <p:spPr>
          <a:xfrm>
            <a:off x="783675" y="3967895"/>
            <a:ext cx="2877600" cy="431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p:txBody>
      </p:sp>
      <p:sp>
        <p:nvSpPr>
          <p:cNvPr id="273" name="Google Shape;273;p4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spTree>
      <p:nvGrpSpPr>
        <p:cNvPr id="274" name="Shape 274"/>
        <p:cNvGrpSpPr/>
        <p:nvPr/>
      </p:nvGrpSpPr>
      <p:grpSpPr>
        <a:xfrm>
          <a:off x="0" y="0"/>
          <a:ext cx="0" cy="0"/>
          <a:chOff x="0" y="0"/>
          <a:chExt cx="0" cy="0"/>
        </a:xfrm>
      </p:grpSpPr>
      <p:sp>
        <p:nvSpPr>
          <p:cNvPr id="275" name="Google Shape;275;p42"/>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76" name="Google Shape;276;p42"/>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2"/>
              </a:buClr>
              <a:buSzPts val="12800"/>
              <a:buNone/>
              <a:defRPr sz="12800">
                <a:solidFill>
                  <a:schemeClr val="accent2"/>
                </a:solidFill>
              </a:defRPr>
            </a:lvl1pPr>
            <a:lvl2pPr lvl="1"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p:txBody>
      </p:sp>
      <p:sp>
        <p:nvSpPr>
          <p:cNvPr id="277" name="Google Shape;277;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 Objectives">
  <p:cSld name="CUSTOM_5">
    <p:bg>
      <p:bgPr>
        <a:solidFill>
          <a:schemeClr val="dk1"/>
        </a:solidFill>
      </p:bgPr>
    </p:bg>
    <p:spTree>
      <p:nvGrpSpPr>
        <p:cNvPr id="278" name="Shape 278"/>
        <p:cNvGrpSpPr/>
        <p:nvPr/>
      </p:nvGrpSpPr>
      <p:grpSpPr>
        <a:xfrm>
          <a:off x="0" y="0"/>
          <a:ext cx="0" cy="0"/>
          <a:chOff x="0" y="0"/>
          <a:chExt cx="0" cy="0"/>
        </a:xfrm>
      </p:grpSpPr>
      <p:sp>
        <p:nvSpPr>
          <p:cNvPr id="279" name="Google Shape;279;p43"/>
          <p:cNvSpPr/>
          <p:nvPr/>
        </p:nvSpPr>
        <p:spPr>
          <a:xfrm rot="-5400000">
            <a:off x="4090300" y="-436575"/>
            <a:ext cx="4099200" cy="6015000"/>
          </a:xfrm>
          <a:prstGeom prst="round2SameRect">
            <a:avLst>
              <a:gd fmla="val 16667"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280" name="Google Shape;280;p43"/>
          <p:cNvSpPr txBox="1"/>
          <p:nvPr>
            <p:ph idx="1" type="body"/>
          </p:nvPr>
        </p:nvSpPr>
        <p:spPr>
          <a:xfrm>
            <a:off x="3918400"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81" name="Google Shape;281;p43"/>
          <p:cNvSpPr txBox="1"/>
          <p:nvPr>
            <p:ph idx="2" type="body"/>
          </p:nvPr>
        </p:nvSpPr>
        <p:spPr>
          <a:xfrm>
            <a:off x="3918400"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82" name="Google Shape;282;p43"/>
          <p:cNvSpPr txBox="1"/>
          <p:nvPr>
            <p:ph idx="3" type="body"/>
          </p:nvPr>
        </p:nvSpPr>
        <p:spPr>
          <a:xfrm>
            <a:off x="7044450" y="36805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83" name="Google Shape;283;p43"/>
          <p:cNvSpPr txBox="1"/>
          <p:nvPr>
            <p:ph idx="4" type="body"/>
          </p:nvPr>
        </p:nvSpPr>
        <p:spPr>
          <a:xfrm>
            <a:off x="7044450" y="37806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84" name="Google Shape;284;p43"/>
          <p:cNvSpPr/>
          <p:nvPr>
            <p:ph idx="5" type="pic"/>
          </p:nvPr>
        </p:nvSpPr>
        <p:spPr>
          <a:xfrm>
            <a:off x="7049625" y="1588125"/>
            <a:ext cx="1305900" cy="1918500"/>
          </a:xfrm>
          <a:prstGeom prst="roundRect">
            <a:avLst>
              <a:gd fmla="val 16667" name="adj"/>
            </a:avLst>
          </a:prstGeom>
          <a:noFill/>
          <a:ln>
            <a:noFill/>
          </a:ln>
        </p:spPr>
      </p:sp>
      <p:sp>
        <p:nvSpPr>
          <p:cNvPr id="285" name="Google Shape;285;p43"/>
          <p:cNvSpPr/>
          <p:nvPr>
            <p:ph idx="6" type="pic"/>
          </p:nvPr>
        </p:nvSpPr>
        <p:spPr>
          <a:xfrm>
            <a:off x="3915213" y="1588600"/>
            <a:ext cx="1305900" cy="1918500"/>
          </a:xfrm>
          <a:prstGeom prst="roundRect">
            <a:avLst>
              <a:gd fmla="val 16667" name="adj"/>
            </a:avLst>
          </a:prstGeom>
          <a:noFill/>
          <a:ln>
            <a:noFill/>
          </a:ln>
        </p:spPr>
      </p:sp>
      <p:sp>
        <p:nvSpPr>
          <p:cNvPr id="286" name="Google Shape;286;p43"/>
          <p:cNvSpPr/>
          <p:nvPr>
            <p:ph idx="7" type="pic"/>
          </p:nvPr>
        </p:nvSpPr>
        <p:spPr>
          <a:xfrm>
            <a:off x="5490975" y="1588600"/>
            <a:ext cx="1305900" cy="1918500"/>
          </a:xfrm>
          <a:prstGeom prst="roundRect">
            <a:avLst>
              <a:gd fmla="val 16667" name="adj"/>
            </a:avLst>
          </a:prstGeom>
          <a:noFill/>
          <a:ln>
            <a:noFill/>
          </a:ln>
        </p:spPr>
      </p:sp>
      <p:sp>
        <p:nvSpPr>
          <p:cNvPr id="287" name="Google Shape;287;p43"/>
          <p:cNvSpPr txBox="1"/>
          <p:nvPr>
            <p:ph idx="8" type="subTitle"/>
          </p:nvPr>
        </p:nvSpPr>
        <p:spPr>
          <a:xfrm>
            <a:off x="3918800"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88" name="Google Shape;288;p43"/>
          <p:cNvSpPr txBox="1"/>
          <p:nvPr>
            <p:ph idx="9" type="subTitle"/>
          </p:nvPr>
        </p:nvSpPr>
        <p:spPr>
          <a:xfrm>
            <a:off x="5484775"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89" name="Google Shape;289;p43"/>
          <p:cNvSpPr txBox="1"/>
          <p:nvPr>
            <p:ph idx="13" type="subTitle"/>
          </p:nvPr>
        </p:nvSpPr>
        <p:spPr>
          <a:xfrm>
            <a:off x="7050750" y="10327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90" name="Google Shape;290;p43"/>
          <p:cNvSpPr txBox="1"/>
          <p:nvPr>
            <p:ph idx="14" type="body"/>
          </p:nvPr>
        </p:nvSpPr>
        <p:spPr>
          <a:xfrm>
            <a:off x="507400" y="1828050"/>
            <a:ext cx="2136300" cy="29733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2"/>
              </a:buClr>
              <a:buSzPts val="2800"/>
              <a:buChar char="●"/>
              <a:defRPr sz="2800">
                <a:solidFill>
                  <a:schemeClr val="accent2"/>
                </a:solidFill>
              </a:defRPr>
            </a:lvl1pPr>
            <a:lvl2pPr indent="-406400" lvl="1" marL="914400">
              <a:spcBef>
                <a:spcPts val="0"/>
              </a:spcBef>
              <a:spcAft>
                <a:spcPts val="0"/>
              </a:spcAft>
              <a:buClr>
                <a:schemeClr val="accent2"/>
              </a:buClr>
              <a:buSzPts val="2800"/>
              <a:buChar char="○"/>
              <a:defRPr sz="2800">
                <a:solidFill>
                  <a:schemeClr val="accent2"/>
                </a:solidFill>
              </a:defRPr>
            </a:lvl2pPr>
            <a:lvl3pPr indent="-406400" lvl="2" marL="1371600">
              <a:spcBef>
                <a:spcPts val="0"/>
              </a:spcBef>
              <a:spcAft>
                <a:spcPts val="0"/>
              </a:spcAft>
              <a:buClr>
                <a:schemeClr val="accent2"/>
              </a:buClr>
              <a:buSzPts val="2800"/>
              <a:buChar char="■"/>
              <a:defRPr sz="2800">
                <a:solidFill>
                  <a:schemeClr val="accent2"/>
                </a:solidFill>
              </a:defRPr>
            </a:lvl3pPr>
            <a:lvl4pPr indent="-406400" lvl="3" marL="1828800">
              <a:spcBef>
                <a:spcPts val="0"/>
              </a:spcBef>
              <a:spcAft>
                <a:spcPts val="0"/>
              </a:spcAft>
              <a:buClr>
                <a:schemeClr val="accent2"/>
              </a:buClr>
              <a:buSzPts val="2800"/>
              <a:buChar char="●"/>
              <a:defRPr sz="2800">
                <a:solidFill>
                  <a:schemeClr val="accent2"/>
                </a:solidFill>
              </a:defRPr>
            </a:lvl4pPr>
            <a:lvl5pPr indent="-406400" lvl="4" marL="2286000">
              <a:spcBef>
                <a:spcPts val="0"/>
              </a:spcBef>
              <a:spcAft>
                <a:spcPts val="0"/>
              </a:spcAft>
              <a:buClr>
                <a:schemeClr val="accent2"/>
              </a:buClr>
              <a:buSzPts val="2800"/>
              <a:buChar char="○"/>
              <a:defRPr sz="2800">
                <a:solidFill>
                  <a:schemeClr val="accent2"/>
                </a:solidFill>
              </a:defRPr>
            </a:lvl5pPr>
            <a:lvl6pPr indent="-406400" lvl="5" marL="2743200">
              <a:spcBef>
                <a:spcPts val="0"/>
              </a:spcBef>
              <a:spcAft>
                <a:spcPts val="0"/>
              </a:spcAft>
              <a:buClr>
                <a:schemeClr val="accent2"/>
              </a:buClr>
              <a:buSzPts val="2800"/>
              <a:buChar char="■"/>
              <a:defRPr sz="2800">
                <a:solidFill>
                  <a:schemeClr val="accent2"/>
                </a:solidFill>
              </a:defRPr>
            </a:lvl6pPr>
            <a:lvl7pPr indent="-406400" lvl="6" marL="3200400">
              <a:spcBef>
                <a:spcPts val="0"/>
              </a:spcBef>
              <a:spcAft>
                <a:spcPts val="0"/>
              </a:spcAft>
              <a:buClr>
                <a:schemeClr val="accent2"/>
              </a:buClr>
              <a:buSzPts val="2800"/>
              <a:buChar char="●"/>
              <a:defRPr sz="2800">
                <a:solidFill>
                  <a:schemeClr val="accent2"/>
                </a:solidFill>
              </a:defRPr>
            </a:lvl7pPr>
            <a:lvl8pPr indent="-406400" lvl="7" marL="3657600">
              <a:spcBef>
                <a:spcPts val="0"/>
              </a:spcBef>
              <a:spcAft>
                <a:spcPts val="0"/>
              </a:spcAft>
              <a:buClr>
                <a:schemeClr val="accent2"/>
              </a:buClr>
              <a:buSzPts val="2800"/>
              <a:buChar char="○"/>
              <a:defRPr sz="2800">
                <a:solidFill>
                  <a:schemeClr val="accent2"/>
                </a:solidFill>
              </a:defRPr>
            </a:lvl8pPr>
            <a:lvl9pPr indent="-406400" lvl="8" marL="4114800">
              <a:spcBef>
                <a:spcPts val="0"/>
              </a:spcBef>
              <a:spcAft>
                <a:spcPts val="0"/>
              </a:spcAft>
              <a:buClr>
                <a:schemeClr val="accent2"/>
              </a:buClr>
              <a:buSzPts val="2800"/>
              <a:buChar char="■"/>
              <a:defRPr sz="2800">
                <a:solidFill>
                  <a:schemeClr val="accent2"/>
                </a:solidFill>
              </a:defRPr>
            </a:lvl9pPr>
          </a:lstStyle>
          <a:p/>
        </p:txBody>
      </p:sp>
      <p:sp>
        <p:nvSpPr>
          <p:cNvPr id="291" name="Google Shape;291;p43"/>
          <p:cNvSpPr txBox="1"/>
          <p:nvPr>
            <p:ph idx="15" type="body"/>
          </p:nvPr>
        </p:nvSpPr>
        <p:spPr>
          <a:xfrm>
            <a:off x="5481425"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92" name="Google Shape;292;p43"/>
          <p:cNvSpPr txBox="1"/>
          <p:nvPr>
            <p:ph idx="16" type="body"/>
          </p:nvPr>
        </p:nvSpPr>
        <p:spPr>
          <a:xfrm>
            <a:off x="5481425"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3" name="Google Shape;293;p4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orient="horz" pos="2088">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lan + 5 Images">
  <p:cSld name="CUSTOM_6">
    <p:bg>
      <p:bgPr>
        <a:solidFill>
          <a:schemeClr val="accent6"/>
        </a:solidFill>
      </p:bgPr>
    </p:bg>
    <p:spTree>
      <p:nvGrpSpPr>
        <p:cNvPr id="294" name="Shape 294"/>
        <p:cNvGrpSpPr/>
        <p:nvPr/>
      </p:nvGrpSpPr>
      <p:grpSpPr>
        <a:xfrm>
          <a:off x="0" y="0"/>
          <a:ext cx="0" cy="0"/>
          <a:chOff x="0" y="0"/>
          <a:chExt cx="0" cy="0"/>
        </a:xfrm>
      </p:grpSpPr>
      <p:sp>
        <p:nvSpPr>
          <p:cNvPr id="295" name="Google Shape;295;p44"/>
          <p:cNvSpPr txBox="1"/>
          <p:nvPr>
            <p:ph idx="1"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96" name="Google Shape;296;p44"/>
          <p:cNvSpPr txBox="1"/>
          <p:nvPr>
            <p:ph idx="2"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297" name="Google Shape;297;p44"/>
          <p:cNvCxnSpPr/>
          <p:nvPr/>
        </p:nvCxnSpPr>
        <p:spPr>
          <a:xfrm rot="10800000">
            <a:off x="827250" y="1481375"/>
            <a:ext cx="7489500" cy="0"/>
          </a:xfrm>
          <a:prstGeom prst="straightConnector1">
            <a:avLst/>
          </a:prstGeom>
          <a:noFill/>
          <a:ln cap="flat" cmpd="sng" w="19050">
            <a:solidFill>
              <a:schemeClr val="accent2"/>
            </a:solidFill>
            <a:prstDash val="solid"/>
            <a:round/>
            <a:headEnd len="med" w="med" type="none"/>
            <a:tailEnd len="med" w="med" type="none"/>
          </a:ln>
        </p:spPr>
      </p:cxnSp>
      <p:sp>
        <p:nvSpPr>
          <p:cNvPr id="298" name="Google Shape;298;p44"/>
          <p:cNvSpPr/>
          <p:nvPr>
            <p:ph idx="3" type="pic"/>
          </p:nvPr>
        </p:nvSpPr>
        <p:spPr>
          <a:xfrm>
            <a:off x="7049625" y="523025"/>
            <a:ext cx="1305900" cy="1918500"/>
          </a:xfrm>
          <a:prstGeom prst="roundRect">
            <a:avLst>
              <a:gd fmla="val 16667" name="adj"/>
            </a:avLst>
          </a:prstGeom>
          <a:noFill/>
          <a:ln>
            <a:noFill/>
          </a:ln>
        </p:spPr>
      </p:sp>
      <p:sp>
        <p:nvSpPr>
          <p:cNvPr id="299" name="Google Shape;299;p44"/>
          <p:cNvSpPr/>
          <p:nvPr>
            <p:ph idx="4" type="pic"/>
          </p:nvPr>
        </p:nvSpPr>
        <p:spPr>
          <a:xfrm>
            <a:off x="784775" y="522100"/>
            <a:ext cx="1305900" cy="1918500"/>
          </a:xfrm>
          <a:prstGeom prst="roundRect">
            <a:avLst>
              <a:gd fmla="val 16667" name="adj"/>
            </a:avLst>
          </a:prstGeom>
          <a:noFill/>
          <a:ln>
            <a:noFill/>
          </a:ln>
        </p:spPr>
      </p:sp>
      <p:sp>
        <p:nvSpPr>
          <p:cNvPr id="300" name="Google Shape;300;p44"/>
          <p:cNvSpPr/>
          <p:nvPr>
            <p:ph idx="5" type="pic"/>
          </p:nvPr>
        </p:nvSpPr>
        <p:spPr>
          <a:xfrm>
            <a:off x="2343950" y="523500"/>
            <a:ext cx="1305900" cy="1918500"/>
          </a:xfrm>
          <a:prstGeom prst="roundRect">
            <a:avLst>
              <a:gd fmla="val 16667" name="adj"/>
            </a:avLst>
          </a:prstGeom>
          <a:noFill/>
          <a:ln>
            <a:noFill/>
          </a:ln>
        </p:spPr>
      </p:sp>
      <p:sp>
        <p:nvSpPr>
          <p:cNvPr id="301" name="Google Shape;301;p44"/>
          <p:cNvSpPr/>
          <p:nvPr>
            <p:ph idx="6" type="pic"/>
          </p:nvPr>
        </p:nvSpPr>
        <p:spPr>
          <a:xfrm>
            <a:off x="3915213" y="523500"/>
            <a:ext cx="1305900" cy="1918500"/>
          </a:xfrm>
          <a:prstGeom prst="roundRect">
            <a:avLst>
              <a:gd fmla="val 16667" name="adj"/>
            </a:avLst>
          </a:prstGeom>
          <a:noFill/>
          <a:ln>
            <a:noFill/>
          </a:ln>
        </p:spPr>
      </p:sp>
      <p:sp>
        <p:nvSpPr>
          <p:cNvPr id="302" name="Google Shape;302;p44"/>
          <p:cNvSpPr/>
          <p:nvPr>
            <p:ph idx="7" type="pic"/>
          </p:nvPr>
        </p:nvSpPr>
        <p:spPr>
          <a:xfrm>
            <a:off x="5490975" y="523500"/>
            <a:ext cx="1305900" cy="1918500"/>
          </a:xfrm>
          <a:prstGeom prst="roundRect">
            <a:avLst>
              <a:gd fmla="val 16667" name="adj"/>
            </a:avLst>
          </a:prstGeom>
          <a:noFill/>
          <a:ln>
            <a:noFill/>
          </a:ln>
        </p:spPr>
      </p:sp>
      <p:sp>
        <p:nvSpPr>
          <p:cNvPr id="303" name="Google Shape;303;p44"/>
          <p:cNvSpPr txBox="1"/>
          <p:nvPr>
            <p:ph idx="8"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04" name="Google Shape;304;p44"/>
          <p:cNvSpPr txBox="1"/>
          <p:nvPr>
            <p:ph idx="9"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p:txBody>
      </p:sp>
      <p:sp>
        <p:nvSpPr>
          <p:cNvPr id="305" name="Google Shape;305;p44"/>
          <p:cNvSpPr txBox="1"/>
          <p:nvPr>
            <p:ph idx="13"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06" name="Google Shape;306;p44"/>
          <p:cNvSpPr txBox="1"/>
          <p:nvPr>
            <p:ph idx="14" type="body"/>
          </p:nvPr>
        </p:nvSpPr>
        <p:spPr>
          <a:xfrm>
            <a:off x="23495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7" name="Google Shape;307;p44"/>
          <p:cNvSpPr txBox="1"/>
          <p:nvPr>
            <p:ph idx="15" type="body"/>
          </p:nvPr>
        </p:nvSpPr>
        <p:spPr>
          <a:xfrm>
            <a:off x="39078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08" name="Google Shape;308;p44"/>
          <p:cNvSpPr txBox="1"/>
          <p:nvPr>
            <p:ph idx="16" type="body"/>
          </p:nvPr>
        </p:nvSpPr>
        <p:spPr>
          <a:xfrm>
            <a:off x="39078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9" name="Google Shape;309;p44"/>
          <p:cNvSpPr txBox="1"/>
          <p:nvPr>
            <p:ph idx="17" type="body"/>
          </p:nvPr>
        </p:nvSpPr>
        <p:spPr>
          <a:xfrm>
            <a:off x="5496525"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10" name="Google Shape;310;p44"/>
          <p:cNvSpPr txBox="1"/>
          <p:nvPr>
            <p:ph idx="18" type="body"/>
          </p:nvPr>
        </p:nvSpPr>
        <p:spPr>
          <a:xfrm>
            <a:off x="5496525"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1" name="Google Shape;311;p44"/>
          <p:cNvSpPr txBox="1"/>
          <p:nvPr>
            <p:ph idx="19" type="body"/>
          </p:nvPr>
        </p:nvSpPr>
        <p:spPr>
          <a:xfrm>
            <a:off x="70852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12" name="Google Shape;312;p44"/>
          <p:cNvSpPr txBox="1"/>
          <p:nvPr>
            <p:ph idx="20" type="body"/>
          </p:nvPr>
        </p:nvSpPr>
        <p:spPr>
          <a:xfrm>
            <a:off x="70852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3" name="Google Shape;313;p44"/>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Graphic">
  <p:cSld name="CUSTOM_9">
    <p:bg>
      <p:bgPr>
        <a:solidFill>
          <a:schemeClr val="dk1"/>
        </a:solidFill>
      </p:bgPr>
    </p:bg>
    <p:spTree>
      <p:nvGrpSpPr>
        <p:cNvPr id="314" name="Shape 314"/>
        <p:cNvGrpSpPr/>
        <p:nvPr/>
      </p:nvGrpSpPr>
      <p:grpSpPr>
        <a:xfrm>
          <a:off x="0" y="0"/>
          <a:ext cx="0" cy="0"/>
          <a:chOff x="0" y="0"/>
          <a:chExt cx="0" cy="0"/>
        </a:xfrm>
      </p:grpSpPr>
      <p:sp>
        <p:nvSpPr>
          <p:cNvPr id="315" name="Google Shape;315;p45"/>
          <p:cNvSpPr txBox="1"/>
          <p:nvPr>
            <p:ph idx="1" type="body"/>
          </p:nvPr>
        </p:nvSpPr>
        <p:spPr>
          <a:xfrm>
            <a:off x="3133000" y="514275"/>
            <a:ext cx="38907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16" name="Google Shape;316;p45"/>
          <p:cNvSpPr txBox="1"/>
          <p:nvPr>
            <p:ph idx="2" type="body"/>
          </p:nvPr>
        </p:nvSpPr>
        <p:spPr>
          <a:xfrm>
            <a:off x="657679" y="436194"/>
            <a:ext cx="2278800" cy="1985100"/>
          </a:xfrm>
          <a:prstGeom prst="rect">
            <a:avLst/>
          </a:prstGeom>
        </p:spPr>
        <p:txBody>
          <a:bodyPr anchorCtr="0" anchor="t" bIns="91425" lIns="91425" spcFirstLastPara="1" rIns="91425" wrap="square" tIns="91425">
            <a:noAutofit/>
          </a:bodyPr>
          <a:lstStyle>
            <a:lvl1pPr indent="-406400" lvl="0" marL="457200">
              <a:lnSpc>
                <a:spcPct val="80000"/>
              </a:lnSpc>
              <a:spcBef>
                <a:spcPts val="0"/>
              </a:spcBef>
              <a:spcAft>
                <a:spcPts val="0"/>
              </a:spcAft>
              <a:buClr>
                <a:schemeClr val="accent2"/>
              </a:buClr>
              <a:buSzPts val="2800"/>
              <a:buChar char="●"/>
              <a:defRPr sz="2800">
                <a:solidFill>
                  <a:schemeClr val="accent2"/>
                </a:solidFill>
              </a:defRPr>
            </a:lvl1pPr>
            <a:lvl2pPr indent="-406400" lvl="1" marL="914400">
              <a:lnSpc>
                <a:spcPct val="80000"/>
              </a:lnSpc>
              <a:spcBef>
                <a:spcPts val="0"/>
              </a:spcBef>
              <a:spcAft>
                <a:spcPts val="0"/>
              </a:spcAft>
              <a:buClr>
                <a:schemeClr val="accent2"/>
              </a:buClr>
              <a:buSzPts val="2800"/>
              <a:buChar char="○"/>
              <a:defRPr sz="2800">
                <a:solidFill>
                  <a:schemeClr val="accent2"/>
                </a:solidFill>
              </a:defRPr>
            </a:lvl2pPr>
            <a:lvl3pPr indent="-406400" lvl="2" marL="1371600">
              <a:lnSpc>
                <a:spcPct val="80000"/>
              </a:lnSpc>
              <a:spcBef>
                <a:spcPts val="0"/>
              </a:spcBef>
              <a:spcAft>
                <a:spcPts val="0"/>
              </a:spcAft>
              <a:buClr>
                <a:schemeClr val="accent2"/>
              </a:buClr>
              <a:buSzPts val="2800"/>
              <a:buChar char="■"/>
              <a:defRPr sz="2800">
                <a:solidFill>
                  <a:schemeClr val="accent2"/>
                </a:solidFill>
              </a:defRPr>
            </a:lvl3pPr>
            <a:lvl4pPr indent="-406400" lvl="3" marL="1828800">
              <a:lnSpc>
                <a:spcPct val="80000"/>
              </a:lnSpc>
              <a:spcBef>
                <a:spcPts val="0"/>
              </a:spcBef>
              <a:spcAft>
                <a:spcPts val="0"/>
              </a:spcAft>
              <a:buClr>
                <a:schemeClr val="accent2"/>
              </a:buClr>
              <a:buSzPts val="2800"/>
              <a:buChar char="●"/>
              <a:defRPr sz="2800">
                <a:solidFill>
                  <a:schemeClr val="accent2"/>
                </a:solidFill>
              </a:defRPr>
            </a:lvl4pPr>
            <a:lvl5pPr indent="-406400" lvl="4" marL="2286000">
              <a:lnSpc>
                <a:spcPct val="80000"/>
              </a:lnSpc>
              <a:spcBef>
                <a:spcPts val="0"/>
              </a:spcBef>
              <a:spcAft>
                <a:spcPts val="0"/>
              </a:spcAft>
              <a:buClr>
                <a:schemeClr val="accent2"/>
              </a:buClr>
              <a:buSzPts val="2800"/>
              <a:buChar char="○"/>
              <a:defRPr sz="2800">
                <a:solidFill>
                  <a:schemeClr val="accent2"/>
                </a:solidFill>
              </a:defRPr>
            </a:lvl5pPr>
            <a:lvl6pPr indent="-406400" lvl="5" marL="2743200">
              <a:lnSpc>
                <a:spcPct val="80000"/>
              </a:lnSpc>
              <a:spcBef>
                <a:spcPts val="0"/>
              </a:spcBef>
              <a:spcAft>
                <a:spcPts val="0"/>
              </a:spcAft>
              <a:buClr>
                <a:schemeClr val="accent2"/>
              </a:buClr>
              <a:buSzPts val="2800"/>
              <a:buChar char="■"/>
              <a:defRPr sz="2800">
                <a:solidFill>
                  <a:schemeClr val="accent2"/>
                </a:solidFill>
              </a:defRPr>
            </a:lvl6pPr>
            <a:lvl7pPr indent="-406400" lvl="6" marL="3200400">
              <a:lnSpc>
                <a:spcPct val="80000"/>
              </a:lnSpc>
              <a:spcBef>
                <a:spcPts val="0"/>
              </a:spcBef>
              <a:spcAft>
                <a:spcPts val="0"/>
              </a:spcAft>
              <a:buClr>
                <a:schemeClr val="accent2"/>
              </a:buClr>
              <a:buSzPts val="2800"/>
              <a:buChar char="●"/>
              <a:defRPr sz="2800">
                <a:solidFill>
                  <a:schemeClr val="accent2"/>
                </a:solidFill>
              </a:defRPr>
            </a:lvl7pPr>
            <a:lvl8pPr indent="-406400" lvl="7" marL="3657600">
              <a:lnSpc>
                <a:spcPct val="80000"/>
              </a:lnSpc>
              <a:spcBef>
                <a:spcPts val="0"/>
              </a:spcBef>
              <a:spcAft>
                <a:spcPts val="0"/>
              </a:spcAft>
              <a:buClr>
                <a:schemeClr val="accent2"/>
              </a:buClr>
              <a:buSzPts val="2800"/>
              <a:buChar char="○"/>
              <a:defRPr sz="2800">
                <a:solidFill>
                  <a:schemeClr val="accent2"/>
                </a:solidFill>
              </a:defRPr>
            </a:lvl8pPr>
            <a:lvl9pPr indent="-406400" lvl="8" marL="4114800">
              <a:lnSpc>
                <a:spcPct val="80000"/>
              </a:lnSpc>
              <a:spcBef>
                <a:spcPts val="0"/>
              </a:spcBef>
              <a:spcAft>
                <a:spcPts val="0"/>
              </a:spcAft>
              <a:buClr>
                <a:schemeClr val="accent2"/>
              </a:buClr>
              <a:buSzPts val="2800"/>
              <a:buChar char="■"/>
              <a:defRPr sz="2800">
                <a:solidFill>
                  <a:schemeClr val="accent2"/>
                </a:solidFill>
              </a:defRPr>
            </a:lvl9pPr>
          </a:lstStyle>
          <a:p/>
        </p:txBody>
      </p:sp>
      <p:sp>
        <p:nvSpPr>
          <p:cNvPr id="317" name="Google Shape;317;p4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94">
          <p15:clr>
            <a:srgbClr val="E46962"/>
          </p15:clr>
        </p15:guide>
        <p15:guide id="2" orient="horz" pos="504">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 Graphic">
  <p:cSld name="CUSTOM_12">
    <p:bg>
      <p:bgPr>
        <a:solidFill>
          <a:schemeClr val="dk1"/>
        </a:solidFill>
      </p:bgPr>
    </p:bg>
    <p:spTree>
      <p:nvGrpSpPr>
        <p:cNvPr id="318" name="Shape 318"/>
        <p:cNvGrpSpPr/>
        <p:nvPr/>
      </p:nvGrpSpPr>
      <p:grpSpPr>
        <a:xfrm>
          <a:off x="0" y="0"/>
          <a:ext cx="0" cy="0"/>
          <a:chOff x="0" y="0"/>
          <a:chExt cx="0" cy="0"/>
        </a:xfrm>
      </p:grpSpPr>
      <p:sp>
        <p:nvSpPr>
          <p:cNvPr id="319" name="Google Shape;319;p46"/>
          <p:cNvSpPr txBox="1"/>
          <p:nvPr>
            <p:ph idx="1" type="body"/>
          </p:nvPr>
        </p:nvSpPr>
        <p:spPr>
          <a:xfrm>
            <a:off x="569725" y="3435300"/>
            <a:ext cx="2884200" cy="11853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20" name="Google Shape;320;p46"/>
          <p:cNvSpPr txBox="1"/>
          <p:nvPr>
            <p:ph idx="2" type="subTitle"/>
          </p:nvPr>
        </p:nvSpPr>
        <p:spPr>
          <a:xfrm>
            <a:off x="466802" y="445100"/>
            <a:ext cx="2403600" cy="537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p:txBody>
      </p:sp>
      <p:sp>
        <p:nvSpPr>
          <p:cNvPr id="321" name="Google Shape;321;p4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1">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1.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950" y="300125"/>
            <a:ext cx="8353800" cy="838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Hepta Slab"/>
              <a:buNone/>
              <a:defRPr sz="3600">
                <a:solidFill>
                  <a:schemeClr val="dk1"/>
                </a:solidFill>
                <a:latin typeface="Hepta Slab"/>
                <a:ea typeface="Hepta Slab"/>
                <a:cs typeface="Hepta Slab"/>
                <a:sym typeface="Hepta Slab"/>
              </a:defRPr>
            </a:lvl1pPr>
            <a:lvl2pPr lvl="1">
              <a:spcBef>
                <a:spcPts val="0"/>
              </a:spcBef>
              <a:spcAft>
                <a:spcPts val="0"/>
              </a:spcAft>
              <a:buSzPts val="1400"/>
              <a:buFont typeface="Hepta Slab"/>
              <a:buNone/>
              <a:defRPr>
                <a:latin typeface="Hepta Slab"/>
                <a:ea typeface="Hepta Slab"/>
                <a:cs typeface="Hepta Slab"/>
                <a:sym typeface="Hepta Slab"/>
              </a:defRPr>
            </a:lvl2pPr>
            <a:lvl3pPr lvl="2">
              <a:spcBef>
                <a:spcPts val="0"/>
              </a:spcBef>
              <a:spcAft>
                <a:spcPts val="0"/>
              </a:spcAft>
              <a:buSzPts val="1400"/>
              <a:buFont typeface="Hepta Slab"/>
              <a:buNone/>
              <a:defRPr>
                <a:latin typeface="Hepta Slab"/>
                <a:ea typeface="Hepta Slab"/>
                <a:cs typeface="Hepta Slab"/>
                <a:sym typeface="Hepta Slab"/>
              </a:defRPr>
            </a:lvl3pPr>
            <a:lvl4pPr lvl="3">
              <a:spcBef>
                <a:spcPts val="0"/>
              </a:spcBef>
              <a:spcAft>
                <a:spcPts val="0"/>
              </a:spcAft>
              <a:buSzPts val="1400"/>
              <a:buFont typeface="Hepta Slab"/>
              <a:buNone/>
              <a:defRPr>
                <a:latin typeface="Hepta Slab"/>
                <a:ea typeface="Hepta Slab"/>
                <a:cs typeface="Hepta Slab"/>
                <a:sym typeface="Hepta Slab"/>
              </a:defRPr>
            </a:lvl4pPr>
            <a:lvl5pPr lvl="4">
              <a:spcBef>
                <a:spcPts val="0"/>
              </a:spcBef>
              <a:spcAft>
                <a:spcPts val="0"/>
              </a:spcAft>
              <a:buSzPts val="1400"/>
              <a:buFont typeface="Hepta Slab"/>
              <a:buNone/>
              <a:defRPr>
                <a:latin typeface="Hepta Slab"/>
                <a:ea typeface="Hepta Slab"/>
                <a:cs typeface="Hepta Slab"/>
                <a:sym typeface="Hepta Slab"/>
              </a:defRPr>
            </a:lvl5pPr>
            <a:lvl6pPr lvl="5">
              <a:spcBef>
                <a:spcPts val="0"/>
              </a:spcBef>
              <a:spcAft>
                <a:spcPts val="0"/>
              </a:spcAft>
              <a:buSzPts val="1400"/>
              <a:buFont typeface="Hepta Slab"/>
              <a:buNone/>
              <a:defRPr>
                <a:latin typeface="Hepta Slab"/>
                <a:ea typeface="Hepta Slab"/>
                <a:cs typeface="Hepta Slab"/>
                <a:sym typeface="Hepta Slab"/>
              </a:defRPr>
            </a:lvl6pPr>
            <a:lvl7pPr lvl="6">
              <a:spcBef>
                <a:spcPts val="0"/>
              </a:spcBef>
              <a:spcAft>
                <a:spcPts val="0"/>
              </a:spcAft>
              <a:buSzPts val="1400"/>
              <a:buFont typeface="Hepta Slab"/>
              <a:buNone/>
              <a:defRPr>
                <a:latin typeface="Hepta Slab"/>
                <a:ea typeface="Hepta Slab"/>
                <a:cs typeface="Hepta Slab"/>
                <a:sym typeface="Hepta Slab"/>
              </a:defRPr>
            </a:lvl7pPr>
            <a:lvl8pPr lvl="7">
              <a:spcBef>
                <a:spcPts val="0"/>
              </a:spcBef>
              <a:spcAft>
                <a:spcPts val="0"/>
              </a:spcAft>
              <a:buSzPts val="1400"/>
              <a:buFont typeface="Hepta Slab"/>
              <a:buNone/>
              <a:defRPr>
                <a:latin typeface="Hepta Slab"/>
                <a:ea typeface="Hepta Slab"/>
                <a:cs typeface="Hepta Slab"/>
                <a:sym typeface="Hepta Slab"/>
              </a:defRPr>
            </a:lvl8pPr>
            <a:lvl9pPr lvl="8">
              <a:spcBef>
                <a:spcPts val="0"/>
              </a:spcBef>
              <a:spcAft>
                <a:spcPts val="0"/>
              </a:spcAft>
              <a:buSzPts val="1400"/>
              <a:buFont typeface="Hepta Slab"/>
              <a:buNone/>
              <a:defRPr>
                <a:latin typeface="Hepta Slab"/>
                <a:ea typeface="Hepta Slab"/>
                <a:cs typeface="Hepta Slab"/>
                <a:sym typeface="Hepta Slab"/>
              </a:defRPr>
            </a:lvl9pPr>
          </a:lstStyle>
          <a:p/>
        </p:txBody>
      </p:sp>
      <p:sp>
        <p:nvSpPr>
          <p:cNvPr id="7" name="Google Shape;7;p1"/>
          <p:cNvSpPr txBox="1"/>
          <p:nvPr>
            <p:ph idx="1" type="body"/>
          </p:nvPr>
        </p:nvSpPr>
        <p:spPr>
          <a:xfrm>
            <a:off x="536575" y="2676025"/>
            <a:ext cx="5275500" cy="2201100"/>
          </a:xfrm>
          <a:prstGeom prst="rect">
            <a:avLst/>
          </a:prstGeom>
          <a:noFill/>
          <a:ln>
            <a:noFill/>
          </a:ln>
        </p:spPr>
        <p:txBody>
          <a:bodyPr anchorCtr="0" anchor="t" bIns="91425" lIns="91425" spcFirstLastPara="1" rIns="91425" wrap="square" tIns="91425">
            <a:noAutofit/>
          </a:bodyPr>
          <a:lstStyle>
            <a:lvl1pPr indent="-323850" lvl="0" marL="457200">
              <a:spcBef>
                <a:spcPts val="0"/>
              </a:spcBef>
              <a:spcAft>
                <a:spcPts val="0"/>
              </a:spcAft>
              <a:buClr>
                <a:schemeClr val="dk1"/>
              </a:buClr>
              <a:buSzPts val="1500"/>
              <a:buFont typeface="Barlow Light"/>
              <a:buChar char="●"/>
              <a:defRPr sz="1500">
                <a:solidFill>
                  <a:schemeClr val="dk1"/>
                </a:solidFill>
                <a:latin typeface="Barlow Light"/>
                <a:ea typeface="Barlow Light"/>
                <a:cs typeface="Barlow Light"/>
                <a:sym typeface="Barlow Light"/>
              </a:defRPr>
            </a:lvl1pPr>
            <a:lvl2pPr indent="-317500" lvl="1" marL="914400">
              <a:spcBef>
                <a:spcPts val="0"/>
              </a:spcBef>
              <a:spcAft>
                <a:spcPts val="0"/>
              </a:spcAft>
              <a:buClr>
                <a:schemeClr val="dk1"/>
              </a:buClr>
              <a:buSzPts val="1400"/>
              <a:buFont typeface="Barlow Light"/>
              <a:buChar char="○"/>
              <a:defRPr>
                <a:solidFill>
                  <a:schemeClr val="dk1"/>
                </a:solidFill>
                <a:latin typeface="Barlow Light"/>
                <a:ea typeface="Barlow Light"/>
                <a:cs typeface="Barlow Light"/>
                <a:sym typeface="Barlow Light"/>
              </a:defRPr>
            </a:lvl2pPr>
            <a:lvl3pPr indent="-311150" lvl="2" marL="1371600">
              <a:spcBef>
                <a:spcPts val="0"/>
              </a:spcBef>
              <a:spcAft>
                <a:spcPts val="0"/>
              </a:spcAft>
              <a:buClr>
                <a:schemeClr val="dk1"/>
              </a:buClr>
              <a:buSzPts val="1300"/>
              <a:buFont typeface="Barlow Light"/>
              <a:buChar char="■"/>
              <a:defRPr sz="1300">
                <a:solidFill>
                  <a:schemeClr val="dk1"/>
                </a:solidFill>
                <a:latin typeface="Barlow Light"/>
                <a:ea typeface="Barlow Light"/>
                <a:cs typeface="Barlow Light"/>
                <a:sym typeface="Barlow Light"/>
              </a:defRPr>
            </a:lvl3pPr>
            <a:lvl4pPr indent="-304800" lvl="3" marL="1828800">
              <a:spcBef>
                <a:spcPts val="0"/>
              </a:spcBef>
              <a:spcAft>
                <a:spcPts val="0"/>
              </a:spcAft>
              <a:buClr>
                <a:schemeClr val="dk1"/>
              </a:buClr>
              <a:buSzPts val="1200"/>
              <a:buFont typeface="Barlow Light"/>
              <a:buChar char="●"/>
              <a:defRPr sz="1200">
                <a:solidFill>
                  <a:schemeClr val="dk1"/>
                </a:solidFill>
                <a:latin typeface="Barlow Light"/>
                <a:ea typeface="Barlow Light"/>
                <a:cs typeface="Barlow Light"/>
                <a:sym typeface="Barlow Light"/>
              </a:defRPr>
            </a:lvl4pPr>
            <a:lvl5pPr indent="-298450" lvl="4" marL="2286000">
              <a:spcBef>
                <a:spcPts val="0"/>
              </a:spcBef>
              <a:spcAft>
                <a:spcPts val="0"/>
              </a:spcAft>
              <a:buClr>
                <a:schemeClr val="dk1"/>
              </a:buClr>
              <a:buSzPts val="1100"/>
              <a:buFont typeface="Barlow Light"/>
              <a:buChar char="○"/>
              <a:defRPr sz="1100">
                <a:solidFill>
                  <a:schemeClr val="dk1"/>
                </a:solidFill>
                <a:latin typeface="Barlow Light"/>
                <a:ea typeface="Barlow Light"/>
                <a:cs typeface="Barlow Light"/>
                <a:sym typeface="Barlow Light"/>
              </a:defRPr>
            </a:lvl5pPr>
            <a:lvl6pPr indent="-292100" lvl="5" marL="2743200">
              <a:spcBef>
                <a:spcPts val="0"/>
              </a:spcBef>
              <a:spcAft>
                <a:spcPts val="0"/>
              </a:spcAft>
              <a:buClr>
                <a:schemeClr val="dk1"/>
              </a:buClr>
              <a:buSzPts val="1000"/>
              <a:buFont typeface="Barlow Light"/>
              <a:buChar char="■"/>
              <a:defRPr sz="1000">
                <a:solidFill>
                  <a:schemeClr val="dk1"/>
                </a:solidFill>
                <a:latin typeface="Barlow Light"/>
                <a:ea typeface="Barlow Light"/>
                <a:cs typeface="Barlow Light"/>
                <a:sym typeface="Barlow Light"/>
              </a:defRPr>
            </a:lvl6pPr>
            <a:lvl7pPr indent="-285750" lvl="6" marL="3200400">
              <a:spcBef>
                <a:spcPts val="0"/>
              </a:spcBef>
              <a:spcAft>
                <a:spcPts val="0"/>
              </a:spcAft>
              <a:buClr>
                <a:schemeClr val="dk1"/>
              </a:buClr>
              <a:buSzPts val="900"/>
              <a:buFont typeface="Barlow Light"/>
              <a:buChar char="●"/>
              <a:defRPr sz="900">
                <a:solidFill>
                  <a:schemeClr val="dk1"/>
                </a:solidFill>
                <a:latin typeface="Barlow Light"/>
                <a:ea typeface="Barlow Light"/>
                <a:cs typeface="Barlow Light"/>
                <a:sym typeface="Barlow Light"/>
              </a:defRPr>
            </a:lvl7pPr>
            <a:lvl8pPr indent="-279400" lvl="7" marL="3657600">
              <a:spcBef>
                <a:spcPts val="0"/>
              </a:spcBef>
              <a:spcAft>
                <a:spcPts val="0"/>
              </a:spcAft>
              <a:buClr>
                <a:schemeClr val="dk1"/>
              </a:buClr>
              <a:buSzPts val="800"/>
              <a:buFont typeface="Barlow Light"/>
              <a:buChar char="○"/>
              <a:defRPr sz="800">
                <a:solidFill>
                  <a:schemeClr val="dk1"/>
                </a:solidFill>
                <a:latin typeface="Barlow Light"/>
                <a:ea typeface="Barlow Light"/>
                <a:cs typeface="Barlow Light"/>
                <a:sym typeface="Barlow Light"/>
              </a:defRPr>
            </a:lvl8pPr>
            <a:lvl9pPr indent="-273050" lvl="8" marL="4114800">
              <a:spcBef>
                <a:spcPts val="0"/>
              </a:spcBef>
              <a:spcAft>
                <a:spcPts val="0"/>
              </a:spcAft>
              <a:buClr>
                <a:schemeClr val="dk1"/>
              </a:buClr>
              <a:buSzPts val="700"/>
              <a:buFont typeface="Barlow Light"/>
              <a:buChar char="■"/>
              <a:defRPr sz="800">
                <a:solidFill>
                  <a:schemeClr val="dk1"/>
                </a:solidFill>
                <a:latin typeface="Barlow Light"/>
                <a:ea typeface="Barlow Light"/>
                <a:cs typeface="Barlow Light"/>
                <a:sym typeface="Barlow Light"/>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7"/>
          <p:cNvSpPr txBox="1"/>
          <p:nvPr>
            <p:ph type="title"/>
          </p:nvPr>
        </p:nvSpPr>
        <p:spPr>
          <a:xfrm>
            <a:off x="801150" y="299200"/>
            <a:ext cx="7878300" cy="1741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a:t>The Impact of Trauma-Informed Care</a:t>
            </a:r>
            <a:endParaRPr/>
          </a:p>
        </p:txBody>
      </p:sp>
      <p:sp>
        <p:nvSpPr>
          <p:cNvPr id="327" name="Google Shape;327;p47"/>
          <p:cNvSpPr txBox="1"/>
          <p:nvPr>
            <p:ph idx="1" type="body"/>
          </p:nvPr>
        </p:nvSpPr>
        <p:spPr>
          <a:xfrm>
            <a:off x="4105775" y="4107525"/>
            <a:ext cx="1413600" cy="6213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 </a:t>
            </a:r>
            <a:r>
              <a:rPr lang="en"/>
              <a:t>Zafron </a:t>
            </a:r>
            <a:r>
              <a:rPr lang="en"/>
              <a:t> Khan  </a:t>
            </a:r>
            <a:endParaRPr/>
          </a:p>
          <a:p>
            <a:pPr indent="0" lvl="0" marL="0" rtl="0" algn="ctr">
              <a:spcBef>
                <a:spcPts val="0"/>
              </a:spcBef>
              <a:spcAft>
                <a:spcPts val="0"/>
              </a:spcAft>
              <a:buNone/>
            </a:pPr>
            <a:r>
              <a:rPr lang="en"/>
              <a:t>PSY-693-O500 </a:t>
            </a:r>
            <a:endParaRPr/>
          </a:p>
          <a:p>
            <a:pPr indent="0" lvl="0" marL="0" rtl="0" algn="ctr">
              <a:spcBef>
                <a:spcPts val="0"/>
              </a:spcBef>
              <a:spcAft>
                <a:spcPts val="0"/>
              </a:spcAft>
              <a:buNone/>
            </a:pPr>
            <a:r>
              <a:rPr lang="en"/>
              <a:t>November 5th 2025  </a:t>
            </a:r>
            <a:endParaRPr/>
          </a:p>
        </p:txBody>
      </p:sp>
      <p:sp>
        <p:nvSpPr>
          <p:cNvPr id="328" name="Google Shape;328;p47"/>
          <p:cNvSpPr txBox="1"/>
          <p:nvPr>
            <p:ph idx="2" type="subTitle"/>
          </p:nvPr>
        </p:nvSpPr>
        <p:spPr>
          <a:xfrm>
            <a:off x="801150" y="2902000"/>
            <a:ext cx="7878300" cy="93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None/>
            </a:pPr>
            <a:r>
              <a:rPr lang="en"/>
              <a:t>Burnout </a:t>
            </a:r>
            <a:r>
              <a:rPr lang="en"/>
              <a:t>Among</a:t>
            </a:r>
            <a:r>
              <a:rPr lang="en"/>
              <a:t> </a:t>
            </a:r>
            <a:r>
              <a:rPr lang="en"/>
              <a:t>Juvenile</a:t>
            </a:r>
            <a:r>
              <a:rPr lang="en"/>
              <a:t> Justice Professionals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8"/>
          <p:cNvSpPr txBox="1"/>
          <p:nvPr/>
        </p:nvSpPr>
        <p:spPr>
          <a:xfrm>
            <a:off x="300800" y="195525"/>
            <a:ext cx="7309200" cy="79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000">
                <a:solidFill>
                  <a:schemeClr val="dk1"/>
                </a:solidFill>
                <a:latin typeface="Times New Roman"/>
                <a:ea typeface="Times New Roman"/>
                <a:cs typeface="Times New Roman"/>
                <a:sym typeface="Times New Roman"/>
              </a:rPr>
              <a:t>Research Question / Hypothesis </a:t>
            </a:r>
            <a:endParaRPr sz="4000">
              <a:solidFill>
                <a:schemeClr val="dk1"/>
              </a:solidFill>
              <a:latin typeface="Times New Roman"/>
              <a:ea typeface="Times New Roman"/>
              <a:cs typeface="Times New Roman"/>
              <a:sym typeface="Times New Roman"/>
            </a:endParaRPr>
          </a:p>
        </p:txBody>
      </p:sp>
      <p:sp>
        <p:nvSpPr>
          <p:cNvPr id="334" name="Google Shape;334;p48"/>
          <p:cNvSpPr txBox="1"/>
          <p:nvPr/>
        </p:nvSpPr>
        <p:spPr>
          <a:xfrm>
            <a:off x="345900" y="1082850"/>
            <a:ext cx="8452200" cy="3684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Can participating in TIC training reduce burnout among juvenile justice professionals?</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Hypothesis: professionals who have completed TIC training will report significantly lower burnout scores on the MBI compared to those without training</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How can trauma informed care training, protect staff from burnout?</a:t>
            </a:r>
            <a:endParaRPr sz="1500">
              <a:solidFill>
                <a:schemeClr val="dk1"/>
              </a:solidFill>
              <a:latin typeface="Barlow Light"/>
              <a:ea typeface="Barlow Light"/>
              <a:cs typeface="Barlow Light"/>
              <a:sym typeface="Barlow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9"/>
          <p:cNvSpPr txBox="1"/>
          <p:nvPr/>
        </p:nvSpPr>
        <p:spPr>
          <a:xfrm>
            <a:off x="345900" y="330875"/>
            <a:ext cx="4737600" cy="70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Barlow Light"/>
                <a:ea typeface="Barlow Light"/>
                <a:cs typeface="Barlow Light"/>
                <a:sym typeface="Barlow Light"/>
              </a:rPr>
              <a:t>Literature Review: </a:t>
            </a:r>
            <a:r>
              <a:rPr lang="en" sz="1800">
                <a:solidFill>
                  <a:schemeClr val="dk1"/>
                </a:solidFill>
                <a:latin typeface="Barlow Light"/>
                <a:ea typeface="Barlow Light"/>
                <a:cs typeface="Barlow Light"/>
                <a:sym typeface="Barlow Light"/>
              </a:rPr>
              <a:t>Secondary</a:t>
            </a:r>
            <a:r>
              <a:rPr lang="en" sz="1800">
                <a:solidFill>
                  <a:schemeClr val="dk1"/>
                </a:solidFill>
                <a:latin typeface="Barlow Light"/>
                <a:ea typeface="Barlow Light"/>
                <a:cs typeface="Barlow Light"/>
                <a:sym typeface="Barlow Light"/>
              </a:rPr>
              <a:t> Trauma </a:t>
            </a:r>
            <a:endParaRPr sz="1800">
              <a:solidFill>
                <a:schemeClr val="dk1"/>
              </a:solidFill>
              <a:latin typeface="Barlow Light"/>
              <a:ea typeface="Barlow Light"/>
              <a:cs typeface="Barlow Light"/>
              <a:sym typeface="Barlow Light"/>
            </a:endParaRPr>
          </a:p>
        </p:txBody>
      </p:sp>
      <p:sp>
        <p:nvSpPr>
          <p:cNvPr id="340" name="Google Shape;340;p49"/>
          <p:cNvSpPr txBox="1"/>
          <p:nvPr/>
        </p:nvSpPr>
        <p:spPr>
          <a:xfrm>
            <a:off x="165450" y="932441"/>
            <a:ext cx="9144000" cy="1339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Professional is working with traumatized children experience, secondary traumatic stress and </a:t>
            </a:r>
            <a:r>
              <a:rPr lang="en" sz="1500">
                <a:solidFill>
                  <a:schemeClr val="dk1"/>
                </a:solidFill>
                <a:latin typeface="Barlow Light"/>
                <a:ea typeface="Barlow Light"/>
                <a:cs typeface="Barlow Light"/>
                <a:sym typeface="Barlow Light"/>
              </a:rPr>
              <a:t>burnout</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Empathizes need for preventative framework</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Establishes foundation for trauma informed interventions</a:t>
            </a:r>
            <a:endParaRPr sz="1500">
              <a:solidFill>
                <a:schemeClr val="dk1"/>
              </a:solidFill>
              <a:latin typeface="Barlow Light"/>
              <a:ea typeface="Barlow Light"/>
              <a:cs typeface="Barlow Light"/>
              <a:sym typeface="Barlow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0"/>
          <p:cNvSpPr txBox="1"/>
          <p:nvPr/>
        </p:nvSpPr>
        <p:spPr>
          <a:xfrm>
            <a:off x="210550" y="300800"/>
            <a:ext cx="7053600" cy="82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Barlow Light"/>
                <a:ea typeface="Barlow Light"/>
                <a:cs typeface="Barlow Light"/>
                <a:sym typeface="Barlow Light"/>
              </a:rPr>
              <a:t>Trauma</a:t>
            </a:r>
            <a:r>
              <a:rPr lang="en" sz="1500">
                <a:solidFill>
                  <a:schemeClr val="dk1"/>
                </a:solidFill>
                <a:latin typeface="Barlow Light"/>
                <a:ea typeface="Barlow Light"/>
                <a:cs typeface="Barlow Light"/>
                <a:sym typeface="Barlow Light"/>
              </a:rPr>
              <a:t> Recovery Frameworks </a:t>
            </a:r>
            <a:endParaRPr sz="1500">
              <a:solidFill>
                <a:schemeClr val="dk1"/>
              </a:solidFill>
              <a:latin typeface="Barlow Light"/>
              <a:ea typeface="Barlow Light"/>
              <a:cs typeface="Barlow Light"/>
              <a:sym typeface="Barlow Light"/>
            </a:endParaRPr>
          </a:p>
        </p:txBody>
      </p:sp>
      <p:sp>
        <p:nvSpPr>
          <p:cNvPr id="346" name="Google Shape;346;p50"/>
          <p:cNvSpPr txBox="1"/>
          <p:nvPr/>
        </p:nvSpPr>
        <p:spPr>
          <a:xfrm>
            <a:off x="210550" y="827175"/>
            <a:ext cx="7369500" cy="38049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Evaluated trauma reframe works in youth residential treatment</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Found an improved staff morale and reduce stress point implementation</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Show TIC as an effective system level resilience tool</a:t>
            </a:r>
            <a:endParaRPr sz="1500">
              <a:solidFill>
                <a:schemeClr val="dk1"/>
              </a:solidFill>
              <a:latin typeface="Barlow Light"/>
              <a:ea typeface="Barlow Light"/>
              <a:cs typeface="Barlow Light"/>
              <a:sym typeface="Barlow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1"/>
          <p:cNvSpPr txBox="1"/>
          <p:nvPr/>
        </p:nvSpPr>
        <p:spPr>
          <a:xfrm>
            <a:off x="391025" y="345900"/>
            <a:ext cx="6542100" cy="4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Barlow Light"/>
                <a:ea typeface="Barlow Light"/>
                <a:cs typeface="Barlow Light"/>
                <a:sym typeface="Barlow Light"/>
              </a:rPr>
              <a:t>Theoretical Framework </a:t>
            </a:r>
            <a:endParaRPr sz="1500">
              <a:solidFill>
                <a:schemeClr val="dk1"/>
              </a:solidFill>
              <a:latin typeface="Barlow Light"/>
              <a:ea typeface="Barlow Light"/>
              <a:cs typeface="Barlow Light"/>
              <a:sym typeface="Barlow Light"/>
            </a:endParaRPr>
          </a:p>
        </p:txBody>
      </p:sp>
      <p:sp>
        <p:nvSpPr>
          <p:cNvPr id="352" name="Google Shape;352;p51"/>
          <p:cNvSpPr txBox="1"/>
          <p:nvPr/>
        </p:nvSpPr>
        <p:spPr>
          <a:xfrm>
            <a:off x="345900" y="827175"/>
            <a:ext cx="7444500" cy="32484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Occupational health psychology: focus on workplace well-being</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Trauma informed or organizational theory: promotes empathy and psychological safety</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TIC as a mediator between trauma, exposed and burnout</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Gap: limited research on TIC‘s direct impact in juvenile justice settings</a:t>
            </a:r>
            <a:endParaRPr sz="1500">
              <a:solidFill>
                <a:schemeClr val="dk1"/>
              </a:solidFill>
              <a:latin typeface="Barlow Light"/>
              <a:ea typeface="Barlow Light"/>
              <a:cs typeface="Barlow Light"/>
              <a:sym typeface="Barlow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2"/>
          <p:cNvSpPr txBox="1"/>
          <p:nvPr/>
        </p:nvSpPr>
        <p:spPr>
          <a:xfrm>
            <a:off x="195525" y="150400"/>
            <a:ext cx="7384500" cy="84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Barlow Light"/>
                <a:ea typeface="Barlow Light"/>
                <a:cs typeface="Barlow Light"/>
                <a:sym typeface="Barlow Light"/>
              </a:rPr>
              <a:t>Methods &amp; Participants </a:t>
            </a:r>
            <a:endParaRPr sz="1500">
              <a:solidFill>
                <a:schemeClr val="dk1"/>
              </a:solidFill>
              <a:latin typeface="Barlow Light"/>
              <a:ea typeface="Barlow Light"/>
              <a:cs typeface="Barlow Light"/>
              <a:sym typeface="Barlow Light"/>
            </a:endParaRPr>
          </a:p>
        </p:txBody>
      </p:sp>
      <p:sp>
        <p:nvSpPr>
          <p:cNvPr id="358" name="Google Shape;358;p52"/>
          <p:cNvSpPr txBox="1"/>
          <p:nvPr/>
        </p:nvSpPr>
        <p:spPr>
          <a:xfrm>
            <a:off x="270700" y="721875"/>
            <a:ext cx="8286900" cy="34140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Design: quasi experimental, between group design</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Sample: 120 juvenile justice, professional professionals (probation, officers, case managers, residential staff)</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Location: three youth detention centers near Gillette, Wyoming</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Requirement: email, flyers, and professional networks: voluntary participation</a:t>
            </a:r>
            <a:endParaRPr sz="1500">
              <a:solidFill>
                <a:schemeClr val="dk1"/>
              </a:solidFill>
              <a:latin typeface="Barlow Light"/>
              <a:ea typeface="Barlow Light"/>
              <a:cs typeface="Barlow Light"/>
              <a:sym typeface="Barlow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3"/>
          <p:cNvSpPr txBox="1"/>
          <p:nvPr/>
        </p:nvSpPr>
        <p:spPr>
          <a:xfrm>
            <a:off x="315825" y="360950"/>
            <a:ext cx="7053600" cy="90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Barlow Light"/>
                <a:ea typeface="Barlow Light"/>
                <a:cs typeface="Barlow Light"/>
                <a:sym typeface="Barlow Light"/>
              </a:rPr>
              <a:t>Variable &amp; Measurement</a:t>
            </a:r>
            <a:endParaRPr sz="1500">
              <a:solidFill>
                <a:schemeClr val="dk1"/>
              </a:solidFill>
              <a:latin typeface="Barlow Light"/>
              <a:ea typeface="Barlow Light"/>
              <a:cs typeface="Barlow Light"/>
              <a:sym typeface="Barlow Light"/>
            </a:endParaRPr>
          </a:p>
        </p:txBody>
      </p:sp>
      <p:sp>
        <p:nvSpPr>
          <p:cNvPr id="364" name="Google Shape;364;p53"/>
          <p:cNvSpPr txBox="1"/>
          <p:nvPr/>
        </p:nvSpPr>
        <p:spPr>
          <a:xfrm>
            <a:off x="315825" y="917425"/>
            <a:ext cx="7504800" cy="30831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Independent variable: trauma informed care training</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Dependent variable: burnout</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Subscales: emotional exhaustion, depersonalization, personal accomplishments.</a:t>
            </a:r>
            <a:endParaRPr sz="1500">
              <a:solidFill>
                <a:schemeClr val="dk1"/>
              </a:solidFill>
              <a:latin typeface="Barlow Light"/>
              <a:ea typeface="Barlow Light"/>
              <a:cs typeface="Barlow Light"/>
              <a:sym typeface="Barlow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4"/>
          <p:cNvSpPr txBox="1"/>
          <p:nvPr/>
        </p:nvSpPr>
        <p:spPr>
          <a:xfrm>
            <a:off x="511350" y="345900"/>
            <a:ext cx="4782600" cy="9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Barlow Light"/>
                <a:ea typeface="Barlow Light"/>
                <a:cs typeface="Barlow Light"/>
                <a:sym typeface="Barlow Light"/>
              </a:rPr>
              <a:t>Statistical Analysis Plan </a:t>
            </a:r>
            <a:endParaRPr sz="1500">
              <a:solidFill>
                <a:schemeClr val="dk1"/>
              </a:solidFill>
              <a:latin typeface="Barlow Light"/>
              <a:ea typeface="Barlow Light"/>
              <a:cs typeface="Barlow Light"/>
              <a:sym typeface="Barlow Light"/>
            </a:endParaRPr>
          </a:p>
        </p:txBody>
      </p:sp>
      <p:sp>
        <p:nvSpPr>
          <p:cNvPr id="370" name="Google Shape;370;p54"/>
          <p:cNvSpPr txBox="1"/>
          <p:nvPr/>
        </p:nvSpPr>
        <p:spPr>
          <a:xfrm>
            <a:off x="90225" y="842200"/>
            <a:ext cx="8271600" cy="3263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Design: between group comparison</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Test: two tailed independent samples, T test</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Descriptive stats: mean, SD, demographics.</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Assumption test: normality, homogeneity of variance.</a:t>
            </a:r>
            <a:endParaRPr sz="1500">
              <a:solidFill>
                <a:schemeClr val="dk1"/>
              </a:solidFill>
              <a:latin typeface="Barlow Light"/>
              <a:ea typeface="Barlow Light"/>
              <a:cs typeface="Barlow Light"/>
              <a:sym typeface="Barlow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5"/>
          <p:cNvSpPr txBox="1"/>
          <p:nvPr/>
        </p:nvSpPr>
        <p:spPr>
          <a:xfrm>
            <a:off x="556450" y="345900"/>
            <a:ext cx="5715000" cy="88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Barlow Light"/>
                <a:ea typeface="Barlow Light"/>
                <a:cs typeface="Barlow Light"/>
                <a:sym typeface="Barlow Light"/>
              </a:rPr>
              <a:t>Hypothetical Results </a:t>
            </a:r>
            <a:endParaRPr sz="1500">
              <a:solidFill>
                <a:schemeClr val="dk1"/>
              </a:solidFill>
              <a:latin typeface="Barlow Light"/>
              <a:ea typeface="Barlow Light"/>
              <a:cs typeface="Barlow Light"/>
              <a:sym typeface="Barlow Light"/>
            </a:endParaRPr>
          </a:p>
        </p:txBody>
      </p:sp>
      <p:sp>
        <p:nvSpPr>
          <p:cNvPr id="376" name="Google Shape;376;p55"/>
          <p:cNvSpPr txBox="1"/>
          <p:nvPr/>
        </p:nvSpPr>
        <p:spPr>
          <a:xfrm>
            <a:off x="210575" y="1082850"/>
            <a:ext cx="8301900" cy="31734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TIC trained professionals show lower emotional exhaustion and depersonalization</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Higher personal accomplishment scores in trained group</a:t>
            </a:r>
            <a:endParaRPr sz="1500">
              <a:solidFill>
                <a:schemeClr val="dk1"/>
              </a:solidFill>
              <a:latin typeface="Barlow Light"/>
              <a:ea typeface="Barlow Light"/>
              <a:cs typeface="Barlow Light"/>
              <a:sym typeface="Barlow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6"/>
          <p:cNvSpPr txBox="1"/>
          <p:nvPr/>
        </p:nvSpPr>
        <p:spPr>
          <a:xfrm>
            <a:off x="180475" y="150400"/>
            <a:ext cx="6060900" cy="9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Barlow Light"/>
                <a:ea typeface="Barlow Light"/>
                <a:cs typeface="Barlow Light"/>
                <a:sym typeface="Barlow Light"/>
              </a:rPr>
              <a:t>Discussion &amp; Implications </a:t>
            </a:r>
            <a:endParaRPr sz="1500">
              <a:solidFill>
                <a:schemeClr val="dk1"/>
              </a:solidFill>
              <a:latin typeface="Barlow Light"/>
              <a:ea typeface="Barlow Light"/>
              <a:cs typeface="Barlow Light"/>
              <a:sym typeface="Barlow Light"/>
            </a:endParaRPr>
          </a:p>
        </p:txBody>
      </p:sp>
      <p:sp>
        <p:nvSpPr>
          <p:cNvPr id="382" name="Google Shape;382;p56"/>
          <p:cNvSpPr txBox="1"/>
          <p:nvPr/>
        </p:nvSpPr>
        <p:spPr>
          <a:xfrm>
            <a:off x="120300" y="661750"/>
            <a:ext cx="8181600" cy="34290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TIC fosters resilience and psychological safety</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Reduces turnover and enhances service quality</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Guides leadership to adopt wellness, focused training.</a:t>
            </a:r>
            <a:endParaRPr sz="1500">
              <a:solidFill>
                <a:schemeClr val="dk1"/>
              </a:solidFill>
              <a:latin typeface="Barlow Light"/>
              <a:ea typeface="Barlow Light"/>
              <a:cs typeface="Barlow Light"/>
              <a:sym typeface="Barlow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7"/>
          <p:cNvSpPr txBox="1"/>
          <p:nvPr/>
        </p:nvSpPr>
        <p:spPr>
          <a:xfrm>
            <a:off x="315825" y="421100"/>
            <a:ext cx="7173900" cy="5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Barlow Light"/>
                <a:ea typeface="Barlow Light"/>
                <a:cs typeface="Barlow Light"/>
                <a:sym typeface="Barlow Light"/>
              </a:rPr>
              <a:t>Future Research </a:t>
            </a:r>
            <a:endParaRPr sz="1500">
              <a:solidFill>
                <a:schemeClr val="dk1"/>
              </a:solidFill>
              <a:latin typeface="Barlow Light"/>
              <a:ea typeface="Barlow Light"/>
              <a:cs typeface="Barlow Light"/>
              <a:sym typeface="Barlow Light"/>
            </a:endParaRPr>
          </a:p>
        </p:txBody>
      </p:sp>
      <p:sp>
        <p:nvSpPr>
          <p:cNvPr id="388" name="Google Shape;388;p57"/>
          <p:cNvSpPr txBox="1"/>
          <p:nvPr/>
        </p:nvSpPr>
        <p:spPr>
          <a:xfrm>
            <a:off x="466225" y="1173075"/>
            <a:ext cx="8076300" cy="3323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Examine long-term effects of TIC on turnover and performance</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Test, mediating roles of supervision and organizational climate</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Extend findings to healthcare and education fields</a:t>
            </a:r>
            <a:endParaRPr sz="1500">
              <a:solidFill>
                <a:schemeClr val="dk1"/>
              </a:solidFill>
              <a:latin typeface="Barlow Light"/>
              <a:ea typeface="Barlow Light"/>
              <a:cs typeface="Barlow Light"/>
              <a:sym typeface="Barlow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8"/>
          <p:cNvSpPr txBox="1"/>
          <p:nvPr/>
        </p:nvSpPr>
        <p:spPr>
          <a:xfrm>
            <a:off x="330875" y="421100"/>
            <a:ext cx="6482100" cy="49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Barlow Light"/>
                <a:ea typeface="Barlow Light"/>
                <a:cs typeface="Barlow Light"/>
                <a:sym typeface="Barlow Light"/>
              </a:rPr>
              <a:t>Conclusion </a:t>
            </a:r>
            <a:endParaRPr sz="1500">
              <a:solidFill>
                <a:schemeClr val="dk1"/>
              </a:solidFill>
              <a:latin typeface="Barlow Light"/>
              <a:ea typeface="Barlow Light"/>
              <a:cs typeface="Barlow Light"/>
              <a:sym typeface="Barlow Light"/>
            </a:endParaRPr>
          </a:p>
        </p:txBody>
      </p:sp>
      <p:sp>
        <p:nvSpPr>
          <p:cNvPr id="394" name="Google Shape;394;p58"/>
          <p:cNvSpPr txBox="1"/>
          <p:nvPr/>
        </p:nvSpPr>
        <p:spPr>
          <a:xfrm>
            <a:off x="481275" y="1143000"/>
            <a:ext cx="8106300" cy="29778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TIC training reduces burnout and improve job satisfaction</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Promote healthier and more effective juvenile justice systems</a:t>
            </a:r>
            <a:endParaRPr sz="1500">
              <a:solidFill>
                <a:schemeClr val="dk1"/>
              </a:solidFill>
              <a:latin typeface="Barlow Light"/>
              <a:ea typeface="Barlow Light"/>
              <a:cs typeface="Barlow Light"/>
              <a:sym typeface="Barlow Light"/>
            </a:endParaRPr>
          </a:p>
          <a:p>
            <a:pPr indent="0" lvl="0" marL="45720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Encourages empathy, driven sustainable workplace</a:t>
            </a:r>
            <a:endParaRPr sz="1500">
              <a:solidFill>
                <a:schemeClr val="dk1"/>
              </a:solidFill>
              <a:latin typeface="Barlow Light"/>
              <a:ea typeface="Barlow Light"/>
              <a:cs typeface="Barlow Light"/>
              <a:sym typeface="Barlow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9"/>
          <p:cNvSpPr txBox="1"/>
          <p:nvPr/>
        </p:nvSpPr>
        <p:spPr>
          <a:xfrm>
            <a:off x="511350" y="330800"/>
            <a:ext cx="65571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Barlow Light"/>
                <a:ea typeface="Barlow Light"/>
                <a:cs typeface="Barlow Light"/>
                <a:sym typeface="Barlow Light"/>
              </a:rPr>
              <a:t>Reference </a:t>
            </a:r>
            <a:endParaRPr sz="1500">
              <a:solidFill>
                <a:schemeClr val="dk1"/>
              </a:solidFill>
              <a:latin typeface="Barlow Light"/>
              <a:ea typeface="Barlow Light"/>
              <a:cs typeface="Barlow Light"/>
              <a:sym typeface="Barlow Light"/>
            </a:endParaRPr>
          </a:p>
        </p:txBody>
      </p:sp>
      <p:sp>
        <p:nvSpPr>
          <p:cNvPr id="400" name="Google Shape;400;p59"/>
          <p:cNvSpPr txBox="1"/>
          <p:nvPr/>
        </p:nvSpPr>
        <p:spPr>
          <a:xfrm>
            <a:off x="421050" y="872300"/>
            <a:ext cx="8301900" cy="288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lt1"/>
              </a:buClr>
              <a:buSzPts val="1100"/>
              <a:buFont typeface="Arial"/>
              <a:buNone/>
            </a:pPr>
            <a:r>
              <a:rPr lang="en" sz="1100">
                <a:solidFill>
                  <a:schemeClr val="dk1"/>
                </a:solidFill>
              </a:rPr>
              <a:t>Bride, B. E. (2007). </a:t>
            </a:r>
            <a:r>
              <a:rPr i="1" lang="en" sz="1100">
                <a:solidFill>
                  <a:schemeClr val="dk1"/>
                </a:solidFill>
              </a:rPr>
              <a:t>Prevalence of secondary traumatic stress among social workers.</a:t>
            </a:r>
            <a:r>
              <a:rPr lang="en" sz="1100">
                <a:solidFill>
                  <a:schemeClr val="dk1"/>
                </a:solidFill>
              </a:rPr>
              <a:t> </a:t>
            </a:r>
            <a:r>
              <a:rPr i="1" lang="en" sz="1100">
                <a:solidFill>
                  <a:schemeClr val="dk1"/>
                </a:solidFill>
              </a:rPr>
              <a:t>stress disorder in those who treat the traumatized.</a:t>
            </a:r>
            <a:r>
              <a:rPr lang="en" sz="1100">
                <a:solidFill>
                  <a:schemeClr val="dk1"/>
                </a:solidFill>
              </a:rPr>
              <a:t> Brunner/Mazel.</a:t>
            </a:r>
            <a:br>
              <a:rPr lang="en" sz="1100">
                <a:solidFill>
                  <a:schemeClr val="dk1"/>
                </a:solidFill>
              </a:rPr>
            </a:br>
            <a:br>
              <a:rPr lang="en"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lang="en" sz="1100">
                <a:solidFill>
                  <a:schemeClr val="dk1"/>
                </a:solidFill>
              </a:rPr>
              <a:t>Figley, C. R. (1995). </a:t>
            </a:r>
            <a:r>
              <a:rPr i="1" lang="en" sz="1100">
                <a:solidFill>
                  <a:schemeClr val="dk1"/>
                </a:solidFill>
              </a:rPr>
              <a:t>Compassion fatigue: Coping with secondary traumatic</a:t>
            </a:r>
            <a:endParaRPr i="1" sz="1100">
              <a:solidFill>
                <a:schemeClr val="dk1"/>
              </a:solidFill>
            </a:endParaRPr>
          </a:p>
          <a:p>
            <a:pPr indent="0" lvl="0" marL="0" rtl="0" algn="l">
              <a:lnSpc>
                <a:spcPct val="115000"/>
              </a:lnSpc>
              <a:spcBef>
                <a:spcPts val="1200"/>
              </a:spcBef>
              <a:spcAft>
                <a:spcPts val="0"/>
              </a:spcAft>
              <a:buClr>
                <a:schemeClr val="lt1"/>
              </a:buClr>
              <a:buSzPts val="1100"/>
              <a:buFont typeface="Arial"/>
              <a:buNone/>
            </a:pPr>
            <a:br>
              <a:rPr i="1" lang="en" sz="1100">
                <a:solidFill>
                  <a:schemeClr val="dk1"/>
                </a:solidFill>
              </a:rPr>
            </a:br>
            <a:r>
              <a:rPr lang="en" sz="1100">
                <a:solidFill>
                  <a:schemeClr val="dk1"/>
                </a:solidFill>
              </a:rPr>
              <a:t> Maslach, C., &amp; Leiter, M. P. (2016). </a:t>
            </a:r>
            <a:r>
              <a:rPr i="1" lang="en" sz="1100">
                <a:solidFill>
                  <a:schemeClr val="dk1"/>
                </a:solidFill>
              </a:rPr>
              <a:t>Understanding the burnout experience: Recent research and its implications for psychiatry.</a:t>
            </a:r>
            <a:r>
              <a:rPr lang="en" sz="1100">
                <a:solidFill>
                  <a:schemeClr val="dk1"/>
                </a:solidFill>
              </a:rPr>
              <a:t> </a:t>
            </a:r>
            <a:r>
              <a:rPr b="1" lang="en" sz="1100">
                <a:solidFill>
                  <a:schemeClr val="dk1"/>
                </a:solidFill>
              </a:rPr>
              <a:t>World Psychiatry, 15</a:t>
            </a:r>
            <a:r>
              <a:rPr lang="en" sz="1100">
                <a:solidFill>
                  <a:schemeClr val="dk1"/>
                </a:solidFill>
              </a:rPr>
              <a:t>(2), 103–111.</a:t>
            </a:r>
            <a:endParaRPr sz="1100">
              <a:solidFill>
                <a:schemeClr val="dk1"/>
              </a:solidFill>
            </a:endParaRPr>
          </a:p>
          <a:p>
            <a:pPr indent="0" lvl="0" marL="0" rtl="0" algn="l">
              <a:lnSpc>
                <a:spcPct val="115000"/>
              </a:lnSpc>
              <a:spcBef>
                <a:spcPts val="1200"/>
              </a:spcBef>
              <a:spcAft>
                <a:spcPts val="0"/>
              </a:spcAft>
              <a:buClr>
                <a:schemeClr val="lt1"/>
              </a:buClr>
              <a:buSzPts val="1100"/>
              <a:buFont typeface="Arial"/>
              <a:buNone/>
            </a:pPr>
            <a:br>
              <a:rPr lang="en" sz="1100">
                <a:solidFill>
                  <a:schemeClr val="dk1"/>
                </a:solidFill>
              </a:rPr>
            </a:br>
            <a:r>
              <a:rPr lang="en" sz="1100">
                <a:solidFill>
                  <a:schemeClr val="dk1"/>
                </a:solidFill>
              </a:rPr>
              <a:t> Rivard, J. C., Bloom, S. L., McCorkle, D., &amp; Abramovitz, R. (2005). </a:t>
            </a:r>
            <a:r>
              <a:rPr i="1" lang="en" sz="1100">
                <a:solidFill>
                  <a:schemeClr val="dk1"/>
                </a:solidFill>
              </a:rPr>
              <a:t>Preliminary results of a study examining the implementation and effects of a trauma recovery framework for youth in residential treatment.</a:t>
            </a:r>
            <a:r>
              <a:rPr lang="en" sz="1100">
                <a:solidFill>
                  <a:schemeClr val="dk1"/>
                </a:solidFill>
              </a:rPr>
              <a:t> </a:t>
            </a:r>
            <a:r>
              <a:rPr b="1" lang="en" sz="1100">
                <a:solidFill>
                  <a:schemeClr val="dk1"/>
                </a:solidFill>
              </a:rPr>
              <a:t>Therapeutic Community, 26</a:t>
            </a:r>
            <a:r>
              <a:rPr lang="en" sz="1100">
                <a:solidFill>
                  <a:schemeClr val="dk1"/>
                </a:solidFill>
              </a:rPr>
              <a:t>(1), 83–96.</a:t>
            </a:r>
            <a:endParaRPr sz="11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lang="en" sz="1100">
                <a:solidFill>
                  <a:schemeClr val="dk1"/>
                </a:solidFill>
              </a:rPr>
              <a:t>Substance Abuse and Mental Health Services Administration (SAMHSA). (2014). </a:t>
            </a:r>
            <a:r>
              <a:rPr i="1" lang="en" sz="1100">
                <a:solidFill>
                  <a:schemeClr val="dk1"/>
                </a:solidFill>
              </a:rPr>
              <a:t>SAMHSA’s Concept of Trauma and Guidance for a Trauma-Informed Approach.</a:t>
            </a:r>
            <a:r>
              <a:rPr lang="en" sz="1100">
                <a:solidFill>
                  <a:schemeClr val="dk1"/>
                </a:solidFill>
              </a:rPr>
              <a:t> HHS Publication No. (SMA) 14-4884.</a:t>
            </a:r>
            <a:endParaRPr sz="11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lang="en" sz="1100">
                <a:solidFill>
                  <a:schemeClr val="dk1"/>
                </a:solidFill>
              </a:rPr>
              <a:t>Sprang, G., Craig, C. D., &amp; Clark, J. J. (2011). </a:t>
            </a:r>
            <a:r>
              <a:rPr i="1" lang="en" sz="1100">
                <a:solidFill>
                  <a:schemeClr val="dk1"/>
                </a:solidFill>
              </a:rPr>
              <a:t>Secondary traumatic stress and burnout in professionals working with traumatized children.</a:t>
            </a:r>
            <a:r>
              <a:rPr lang="en" sz="1100">
                <a:solidFill>
                  <a:schemeClr val="dk1"/>
                </a:solidFill>
              </a:rPr>
              <a:t> </a:t>
            </a:r>
            <a:r>
              <a:rPr b="1" lang="en" sz="1100">
                <a:solidFill>
                  <a:schemeClr val="dk1"/>
                </a:solidFill>
              </a:rPr>
              <a:t>Traumatology, 17</a:t>
            </a:r>
            <a:r>
              <a:rPr lang="en" sz="1100">
                <a:solidFill>
                  <a:schemeClr val="dk1"/>
                </a:solidFill>
              </a:rPr>
              <a:t>(2), 17–24.</a:t>
            </a:r>
            <a:br>
              <a:rPr lang="en" sz="1100">
                <a:solidFill>
                  <a:schemeClr val="dk1"/>
                </a:solidFill>
              </a:rPr>
            </a:br>
            <a:br>
              <a:rPr lang="en" sz="1100">
                <a:solidFill>
                  <a:schemeClr val="dk1"/>
                </a:solidFill>
              </a:rPr>
            </a:br>
            <a:endParaRPr sz="1100">
              <a:solidFill>
                <a:schemeClr val="dk1"/>
              </a:solidFill>
            </a:endParaRPr>
          </a:p>
          <a:p>
            <a:pPr indent="0" lvl="0" marL="0" rtl="0" algn="l">
              <a:spcBef>
                <a:spcPts val="1200"/>
              </a:spcBef>
              <a:spcAft>
                <a:spcPts val="0"/>
              </a:spcAft>
              <a:buNone/>
            </a:pPr>
            <a:r>
              <a:t/>
            </a:r>
            <a:endParaRPr sz="1500">
              <a:solidFill>
                <a:schemeClr val="dk1"/>
              </a:solidFill>
              <a:latin typeface="Barlow Light"/>
              <a:ea typeface="Barlow Light"/>
              <a:cs typeface="Barlow Light"/>
              <a:sym typeface="Barlow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